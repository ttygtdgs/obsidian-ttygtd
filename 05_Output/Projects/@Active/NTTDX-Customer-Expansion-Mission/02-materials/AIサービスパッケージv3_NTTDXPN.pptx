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NTT東日本 各部門・支店向け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AIサービスパッケージのご紹介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お客様のニーズに応じた4つのパッケージ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サービスパッケージ全体像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144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2011680" cy="9144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AI研修（仮）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2057400"/>
            <a:ext cx="17373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AIリテラシーを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高めたい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2971800"/>
            <a:ext cx="17373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20〜80万円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06040" y="9144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914400"/>
            <a:ext cx="2011680" cy="914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74320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PoCプラン（仮）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0" y="2057400"/>
            <a:ext cx="17373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まずAIを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試したい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0" y="2971800"/>
            <a:ext cx="17373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50〜500万円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9144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914400"/>
            <a:ext cx="2011680" cy="914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89204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本番実装プラン（仮）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92040" y="2057400"/>
            <a:ext cx="17373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本格導入・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運用したい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92040" y="2971800"/>
            <a:ext cx="17373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500万円〜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03720" y="914400"/>
            <a:ext cx="20116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903720" y="914400"/>
            <a:ext cx="2011680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8"/>
          <p:cNvSpPr/>
          <p:nvPr/>
        </p:nvSpPr>
        <p:spPr>
          <a:xfrm>
            <a:off x="7040880" y="1097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04088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開発伴走サービス（仮）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040880" y="2057400"/>
            <a:ext cx="17373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1"/>
          <p:cNvSpPr/>
          <p:nvPr/>
        </p:nvSpPr>
        <p:spPr>
          <a:xfrm>
            <a:off x="7040880" y="2148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継続的に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伴走してほしい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040880" y="2971800"/>
            <a:ext cx="17373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Text 33"/>
          <p:cNvSpPr/>
          <p:nvPr/>
        </p:nvSpPr>
        <p:spPr>
          <a:xfrm>
            <a:off x="704088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個別相談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研修で学ぶ → PoCで検証 → 本番実装・運用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AI研修（仮）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6CE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AIリテラシーを高めたい企業（まずはAIを理解したい / 社員の意識を変えたい）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1280160"/>
                <a:gridCol w="1097280"/>
                <a:gridCol w="109728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研修名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生成AI基礎研修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ChatGPT/Claude等の基本操作・活用法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全社員向け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半日〜1日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30〜50万円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経営層向けAI戦略セミナー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AI活用による経営インパクト解説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経営層・管理職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2〜3時間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20〜30万円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業種別AI活用ワークショップ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業界特化の活用事例紹介・体験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現場担当者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40〜60万円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プロンプトエンジニアリング研修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効果的なAI活用のためのスキル習得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推進担当者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1〜2日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Cursor/AI Coding研修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AIコーディングツール活用研修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エンジニア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ゴール: 生成AIへの理解向上 / 組織の意識改革 / 活用アイデア創出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PoCプラン（仮）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まずAIを試したい企業（何に使えるか整理したい / 実際に動くもので検証したい）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417320"/>
            <a:ext cx="40233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コンサルティング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活用設計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業務棚卸し・可視化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ユースケース設計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ROI分析・効果試算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ロードマップ策定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3657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50〜200万円　/　1〜4週間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0" y="14173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417320"/>
            <a:ext cx="40233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エンジニアリング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PoC開発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54880" y="210312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RAGチャットボット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業務自動化（n8n）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AIエージェント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カスタマーサポートAI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3154680"/>
            <a:ext cx="3657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150〜500万円　/　4〜10週間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活用方針の明確化・経営層への説明材料　　✓  実現性・効果の検証　　✓  本番導入の判断材料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本番実装プラン（仮）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本格導入・運用したい企業（本番システムを構築したい / 継続運用したい）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417320"/>
            <a:ext cx="402336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エンジニアリング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本番システム開発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PoC→本番環境への移行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セキュリティ対応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既存システム連携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運用設計・構築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3657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500〜2000万円　/　2〜6ヶ月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0" y="14173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1417320"/>
            <a:ext cx="402336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マネージドサービス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運用・SaaS提供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54880" y="210312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2194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マネージド環境提供（Dify/n8n）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運用保守・監視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定着支援・改善提案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技術移転・内製化支援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3154680"/>
            <a:ext cx="365760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月額10〜80万円　/　継続契約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本番稼働するAIシステムの構築　　✓  安定稼働・運用負荷の軽減　　✓  継続的な改善・進化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開発伴走サービス（仮）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全パッケージを通じて、プロダクト・サービス開発を継続的に支援する伴走型サービス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CX起点でのプロダクト・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サービス開発伴走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顧客体験（CX）を起点に、プロダクト・サービスの企画から開発までを伴走支援。ユーザー視点でのサービス設計を重視。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サービス開発伴走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24688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新規サービス・プロダクトの開発プロセス全体を伴走支援。要件定義から実装、リリースまで一貫してサポート。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474720"/>
            <a:ext cx="841248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継続的な伴走による品質担保　　✓  顧客視点での開発推進　　✓  自走化に向けたナレッジ移転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詳細な支援体制・期間・費用は案件に応じて個別相談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活用ツール・技術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お客様の要件に応じて最適なAIツールを選定・組み合わせ。スクラッチ開発からツール活用まで柔軟に対応。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以下は活用ツールの一例です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417320"/>
            <a:ext cx="26974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Dify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ノーコードAIアプリ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開発プラットフォーム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423160"/>
            <a:ext cx="24231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514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RAGチャットボット構築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AIワークフロー設計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プロンプト管理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141732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417320"/>
            <a:ext cx="26974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n8n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3756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AIワークフロー自動化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37560" y="2423160"/>
            <a:ext cx="24231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2514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業務プロセス自動化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外部システム連携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AIエージェント実行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35040" y="1417320"/>
            <a:ext cx="2697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35040" y="1417320"/>
            <a:ext cx="269748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1" name="Text 18"/>
          <p:cNvSpPr/>
          <p:nvPr/>
        </p:nvSpPr>
        <p:spPr>
          <a:xfrm>
            <a:off x="617220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Copilot Studio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Microsoft環境での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AIエージェント開発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72200" y="2423160"/>
            <a:ext cx="242316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1"/>
          <p:cNvSpPr/>
          <p:nvPr/>
        </p:nvSpPr>
        <p:spPr>
          <a:xfrm>
            <a:off x="6172200" y="2514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Teams/M365連携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社内データ活用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ローコード開発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柔軟な開発・提供形態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紹介ツール以外にも、お客様環境・要件に最適な最新AIツールを選定・組み合わせ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スクラッチ開発、ツール活用、SaaS提供など柔軟な提供形態に対応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IT導入補助金活用（検討中）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1031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パッケージ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補助金活用可能サービス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補助対象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補助率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PoCプラン（仮）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Dify/n8nを活用したPoC開発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ツール利用料、導入費用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本番実装プラン（仮）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本番開発、SaaS月額利用（Dify/n8n）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導入費用、月額利用料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2468880"/>
            <a:ext cx="8412480" cy="2194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お客様メリット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導入コストの 1/2〜2/3 を補助金でカバー可能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例1: 300万円のPoC費用 → 実質負担 100〜150万円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例2: 月額20万円のSaaS利用 → 実質負担 7〜10万円/月（初年度）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Dify, n8n は IT導入補助金登録済ツール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AIサービスパッケージのご紹介</dc:title>
  <dc:subject>PptxGenJS Presentation</dc:subject>
  <dc:creator>NTT DXパートナー</dc:creator>
  <cp:lastModifiedBy>NTT DXパートナー</cp:lastModifiedBy>
  <cp:revision>1</cp:revision>
  <dcterms:created xsi:type="dcterms:W3CDTF">2026-01-16T00:10:22Z</dcterms:created>
  <dcterms:modified xsi:type="dcterms:W3CDTF">2026-01-16T00:10:22Z</dcterms:modified>
</cp:coreProperties>
</file>