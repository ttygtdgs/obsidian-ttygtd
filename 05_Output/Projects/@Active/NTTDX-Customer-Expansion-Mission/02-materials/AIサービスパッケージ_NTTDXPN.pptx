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NTT東日本 各部門・支店向け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AIサービスパッケージのご紹介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お客様の成熟度に応じた3つのパッケージ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サービスパッケージ全体像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2743200" cy="9144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AI活用診断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AI活用を始めたい企業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246888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3317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生成AI活用研修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ユースケース設計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業務棚卸し・ROI分析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429000"/>
            <a:ext cx="246888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30〜200万円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数日〜1ヶ月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4612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914400"/>
            <a:ext cx="2743200" cy="914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38328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AI導入支援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832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本格導入を目指す企業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83280" y="2240280"/>
            <a:ext cx="246888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8"/>
          <p:cNvSpPr/>
          <p:nvPr/>
        </p:nvSpPr>
        <p:spPr>
          <a:xfrm>
            <a:off x="3383280" y="23317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PoC開発支援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本番システム開発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セキュリティ対応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83280" y="3429000"/>
            <a:ext cx="246888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Text 20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150〜2000万円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1〜6ヶ月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26480" y="914400"/>
            <a:ext cx="2743200" cy="914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26364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AI内製化支援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2636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運用・自走を目指す企業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63640" y="2240280"/>
            <a:ext cx="246888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23317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SaaS提供（Dify/n8n）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運用保守・定着支援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技術移転・研修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63640" y="3429000"/>
            <a:ext cx="246888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Text 30"/>
          <p:cNvSpPr/>
          <p:nvPr/>
        </p:nvSpPr>
        <p:spPr>
          <a:xfrm>
            <a:off x="626364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月額10〜80万円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6364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継続契約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 オプション：開発伴走サービス（全パッケージ横断）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AI活用診断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AI活用を始めたい企業（何ができるか分からない / 使い道を探している）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生成AI活用研修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基礎研修、経営層セミナー、ワークショップ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半日〜2日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20〜80万円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ユースケース設計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業務棚卸し、AI適用領域特定、アイデア発散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1〜4週間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50〜200万円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効果試算・ロードマップ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ROI分析、段階的導入計画の立案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1〜3週間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80〜200万円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3291840"/>
            <a:ext cx="73152" cy="137160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このパッケージのゴール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3749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生成AIへの理解向上・組織の意識改革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自社に適したAI活用方針の明確化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経営層への説明材料・投資判断の根拠獲得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AI導入支援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本格導入を目指す企業（PoCを試したい / 本番導入したい）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PoC開発支援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RAGチャットボット、業務自動化、AIエージェント等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4〜10週間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150〜500万円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本番システム開発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PoC→本番移行、既存システム連携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2〜6ヶ月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500〜2000万円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セキュリティ対応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プライベートLLM環境構築、データ保護対策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150〜300万円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3291840"/>
            <a:ext cx="73152" cy="13716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このパッケージのゴール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3749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実現性・効果の検証（PoC）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本番稼働するAIシステムの構築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課題・リスクの早期発見と対応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AI内製化支援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運用・自走を目指す企業（継続運用したい / 自社でも運用できるようにしたい）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提供形態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SaaS提供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Dify/n8nマネージド環境（IT導入補助金対応）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サブスクリプション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5〜30万円/月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運用保守・定着支援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監視、障害対応、定期レビュー、改善提案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保守・顧問契約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20〜80万円/月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内製化支援・技術移転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ハンズオン研修、技術ドキュメント整備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プロジェクト型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300〜600万円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3291840"/>
            <a:ext cx="73152" cy="137160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このパッケージのゴール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" y="3749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安定稼働・運用負荷の軽減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自社運用体制の構築・自走化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継続的な改善・進化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オプション：開発伴走サービス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全パッケージを通じて、プロダクト・サービス開発を継続的に支援する伴走型サービス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CX起点でのプロダクト・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顧客体験（CX）を起点に、プロダクト・サービスの企画から開発までを伴走支援。ユーザー視点でのサービス設計を重視。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新規サービス・プロダクトの開発プロセス全体を伴走支援。要件定義から実装、リリースまで一貫してサポート。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継続的な伴走による品質担保　　✓  顧客視点での開発推進　　✓  自走化に向けたナレッジ移転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詳細な支援体制・期間・費用は案件に応じて個別相談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IT導入補助金活用メリット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22860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パッケージ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補助金活用可能サービス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補助対象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補助率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AI導入支援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Dify/n8nを活用したPoC・本番開発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ツール利用料、導入費用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AI内製化支援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SaaS月額利用（Dify/n8n）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月額利用料（初年度）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2468880"/>
            <a:ext cx="841248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お客様メリット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導入コストの 1/2〜2/3 を補助金でカバー可能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例1: 300万円のPoC費用 → 実質負担 100〜150万円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例2: 月額20万円のSaaS利用 → 実質負担 7〜10万円/月（初年度）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Dify, n8n は IT導入補助金登録済ツール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AIサービスパッケージのご紹介</dc:title>
  <dc:subject>PptxGenJS Presentation</dc:subject>
  <dc:creator>NTT DXパートナー</dc:creator>
  <cp:lastModifiedBy>NTT DXパートナー</cp:lastModifiedBy>
  <cp:revision>1</cp:revision>
  <dcterms:created xsi:type="dcterms:W3CDTF">2026-01-15T08:01:19Z</dcterms:created>
  <dcterms:modified xsi:type="dcterms:W3CDTF">2026-01-15T08:01:19Z</dcterms:modified>
</cp:coreProperties>
</file>