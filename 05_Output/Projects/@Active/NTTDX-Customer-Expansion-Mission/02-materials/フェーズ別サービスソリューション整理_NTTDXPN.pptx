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NTT東日本 各部門・支店向け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フェーズ別サービス・ソリューション整理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AIチーム提供サービスカタログ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サービス全体像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200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顧客の状態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提供サービス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主な提供価値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理解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何ができるか分からない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生成AI活用研修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知識習得・意識改革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設計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使い道を探している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ユースケース設計／業務整理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活用方針の明確化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検証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PoCを試したい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PoC開発支援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実現性・効果の検証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本番導入したい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本実装・内製化支援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本番システム構築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定着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継続運用したい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SaaS提供・運用支援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継続的な価値創出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フェーズを問わず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開発伴走サービス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継続的な伴走支援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56082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理解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87452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14884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56082"/>
          </a:solidFill>
          <a:ln/>
        </p:spPr>
      </p:sp>
      <p:sp>
        <p:nvSpPr>
          <p:cNvPr id="10" name="Text 6"/>
          <p:cNvSpPr/>
          <p:nvPr/>
        </p:nvSpPr>
        <p:spPr>
          <a:xfrm>
            <a:off x="214884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設計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56616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84048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56082"/>
          </a:solidFill>
          <a:ln/>
        </p:spPr>
      </p:sp>
      <p:sp>
        <p:nvSpPr>
          <p:cNvPr id="13" name="Text 9"/>
          <p:cNvSpPr/>
          <p:nvPr/>
        </p:nvSpPr>
        <p:spPr>
          <a:xfrm>
            <a:off x="384048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検証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5780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53212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56082"/>
          </a:solidFill>
          <a:ln/>
        </p:spPr>
      </p:sp>
      <p:sp>
        <p:nvSpPr>
          <p:cNvPr id="16" name="Text 12"/>
          <p:cNvSpPr/>
          <p:nvPr/>
        </p:nvSpPr>
        <p:spPr>
          <a:xfrm>
            <a:off x="553212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実装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949440" y="42976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223760" y="4206240"/>
            <a:ext cx="1463040" cy="548640"/>
          </a:xfrm>
          <a:prstGeom prst="roundRect">
            <a:avLst>
              <a:gd name="adj" fmla="val 8333"/>
            </a:avLst>
          </a:prstGeom>
          <a:solidFill>
            <a:srgbClr val="156082"/>
          </a:solidFill>
          <a:ln/>
        </p:spPr>
      </p:sp>
      <p:sp>
        <p:nvSpPr>
          <p:cNvPr id="19" name="Text 15"/>
          <p:cNvSpPr/>
          <p:nvPr/>
        </p:nvSpPr>
        <p:spPr>
          <a:xfrm>
            <a:off x="7223760" y="4297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定着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理解フェーズ：生成AI活用研修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顧客の状態: 何ができるか分からない / AIに興味はあるが活用イメージがない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1097280"/>
                <a:gridCol w="1371600"/>
                <a:gridCol w="9144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生成AI基礎研修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ChatGPT/Claude等の基本操作・活用法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半日〜1日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全社員向け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経営層向けAI戦略セミナー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AI活用による経営インパクト解説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2〜3時間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経営層・管理職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業種別AI活用ワークショップ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業界特化の活用事例紹介・体験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現場担当者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40〜60万円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プロンプトエンジニアリング研修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効果的なAI活用のためのスキル習得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Cursor/AI Coding研修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AIコーディングツール活用研修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エンジニア・DX担当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生成AIへの理解向上　　✓  組織の意識改革　　✓  活用アイデア創出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設計フェーズ：ユースケース設計／業務整理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顧客の状態: 使い道を探している / 何に使えるか整理したい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19456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097280"/>
                <a:gridCol w="201168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業務棚卸しコンサルティング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現行業務の可視化・AI適用領域特定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業務フロー図、AI適用候補リスト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ユースケース設計WS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アイデア発散・優先順位付け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ユースケース一覧、優先度マトリクス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効果試算・ROI分析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導入効果の定量化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効果試算シート、投資対効果レポート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80〜150万円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AI活用ロードマップ策定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段階的導入計画の立案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ロードマップ資料、実行計画書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52044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活用方針の明確化　　✓  経営層への説明材料　　✓  投資判断の根拠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検証フェーズ：PoC開発支援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顧客の状態: PoCを試したい / 実際に動くものを見たい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097280"/>
                <a:gridCol w="2011680"/>
                <a:gridCol w="9144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RAGチャットボットPoC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社内文書検索・問い合わせ対応Bot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動作するBot、評価レポート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200〜400万円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業務自動化PoC（n8n）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定型作業のAI自動化検証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4〜6週間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自動化ワークフロー、効果測定結果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150〜300万円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AIエージェントPoC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複雑なタスクの自律実行検証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6〜10週間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エージェントシステム、検証結果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300〜500万円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画像・動画AI活用PoC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画像認識・生成系AI活用検証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4〜8週間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動作システム、精度評価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200〜400万円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カスタマーサポートAI PoC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問い合わせ対応AI構築検証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6〜10週間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AIチャットシステム、対応精度評価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250〜450万円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実現性の検証　　✓  本番導入判断材料　　✓  課題・リスクの早期発見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実装フェーズ：本実装・内製化支援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顧客の状態: 本番導入したい / 自社でも運用できるようにしたい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/>
              <a:tblGrid>
                <a:gridCol w="2103120"/>
                <a:gridCol w="2286000"/>
                <a:gridCol w="1097280"/>
                <a:gridCol w="2011680"/>
                <a:gridCol w="91440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想定期間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本番システム開発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PoC→本番環境への移行・開発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2〜6ヶ月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本番稼働システム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500〜2000万円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内製化支援プログラム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顧客チームへの技術移転・ハンズオン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1〜3ヶ月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技術ドキュメント、研修完了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300〜600万円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AI開発環境構築支援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Dify/n8n等の環境構築・運用設計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構築済み環境、運用手順書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セキュリティ対応支援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プライベートLLM環境構築等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セキュアな実行環境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150〜300万円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既存システム連携開発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基幹システム等との連携開発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1〜3ヶ月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連携済みシステム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300〜800万円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840480"/>
            <a:ext cx="8412480" cy="91440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本番レベルの品質保証　　✓  自社運用体制の構築　　✓  持続可能なAI活用基盤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定着フェーズ：SaaS提供・運用支援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顧客の状態: 継続運用したい / 安定稼働させたい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237744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2011680"/>
                <a:gridCol w="155448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提供形態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価格帯（月額）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 SaaS提供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マネージドDify環境の月額提供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月額サブスクリプション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10〜30万円/月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n8n SaaS提供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マネージドn8n環境の月額提供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月額サブスクリプション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5〜20万円/月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運用保守サービス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監視・障害対応・アップデート対応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月額保守契約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20〜50万円/月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AI活用定着支援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定期レビュー・改善提案・追加開発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顧問契約（四半期等）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30〜80万円/月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ユーザーサポート代行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社内問い合わせ対応のアウトソース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月額サポート契約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10〜30万円/月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安定稼働・運用負荷軽減　　✓  継続的な改善・進化　　✓  ストック型収益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Dify, n8n は IT導入補助金登録済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フェーズ横断オプション：開発伴走サービス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各フェーズを通じて、プロダクト・サービス開発を継続的に支援する伴走型サービス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CX起点でのプロダクト・サービス開発伴走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顧客体験（CX）を起点に、プロダクト・サービスの企画から開発までを伴走支援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37160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37160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5544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4632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51460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606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新規サービス・プロダクトの開発プロセス全体を伴走支援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3383280"/>
            <a:ext cx="8412480" cy="10058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474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7947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継続的な伴走による品質担保　　✓  顧客視点での開発推進　　✓  自走化に向けたナレッジ移転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1148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詳細な支援体制・期間・費用は案件に応じて個別相談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IT導入補助金活用時のメリット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182880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補助金活用可能サービス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補助対象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補助率目安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検証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Dify/n8nを活用したPoC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ツール利用料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本番環境構築・導入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導入費用、カスタマイズ費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定着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SaaS月額利用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月額利用料（初年度）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お客様メリット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導入コストの 1/2〜2/3 を補助金でカバー可能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例: 300万円のPoC費用 → 実質負担 100〜150万円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フェーズ別サービス・ソリューション整理</dc:title>
  <dc:subject>PptxGenJS Presentation</dc:subject>
  <dc:creator>NTT DXパートナー</dc:creator>
  <cp:lastModifiedBy>NTT DXパートナー</cp:lastModifiedBy>
  <cp:revision>1</cp:revision>
  <dcterms:created xsi:type="dcterms:W3CDTF">2026-01-15T07:41:39Z</dcterms:created>
  <dcterms:modified xsi:type="dcterms:W3CDTF">2026-01-15T07:41:39Z</dcterms:modified>
</cp:coreProperties>
</file>