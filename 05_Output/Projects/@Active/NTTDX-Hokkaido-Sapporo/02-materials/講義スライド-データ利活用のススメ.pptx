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データ利活用のススメ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データで新しい価値を創る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SAPPORO DATA IDEATHON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2026年2月3日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後藤田 達哉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645920" cy="59436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株式会社NTT DXパートナー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645920" cy="59436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788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アプリ開発、生成AI利活用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1645920" cy="59436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66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566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通信会社 コンサルティング営業 → スタートアップ等でエンジニア、PM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今日はデータ分析の楽しさをお伝えします！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今日のアジェンダ（45分）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身近なデータ活用（20分）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YouTube, TikTok, Amazon の裏側 ー 仮説・データ設計・PDCA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データセットの理解（8分）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今日使うデータの中身（スポーツ or 地域）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BIツールの紹介（5分）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Looker Studioでデータを可視化する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ハンズオン（10分）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886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実際にグラフを作ってみよう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まとめ（2分）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709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次のワークへの準備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皆さんのデータ、使われてます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YouTubeのおすすめ動画、なぜ自分好みがわかる？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答え：皆さんの行動データを分析しているから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今日は、その「データ分析」を皆さんが体験します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事例1: YouTube ー 目標と指標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371600"/>
          </a:xfrm>
          <a:prstGeom prst="rect">
            <a:avLst/>
          </a:prstGeom>
          <a:solidFill>
            <a:srgbClr val="EBF8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最終目標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広告収益の最大化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（ユーザーが長く見るほど、広告が見られる）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8595360" cy="1463040"/>
          </a:xfrm>
          <a:prstGeom prst="rect">
            <a:avLst/>
          </a:prstGeom>
          <a:solidFill>
            <a:srgbClr val="F7FAFC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99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そのために伸ばしたい指標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平均視聴時間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1日あたりのセッション数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リピート率（また戻ってくるか）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では、どうやってこれを伸ばす？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 ー あなたならどうする？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28016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ペルソナ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新しい動画を発見したい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206240" cy="128016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❓ 課題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見たい動画を探すのに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手間がかかる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8595360" cy="1645920"/>
          </a:xfrm>
          <a:prstGeom prst="rect">
            <a:avLst/>
          </a:prstGeom>
          <a:solidFill>
            <a:srgbClr val="F0F9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🤔 考えてみよう（30秒）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視聴時間を伸ばすために、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あなたならどんなデータを取得しますか？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💭 隣の人と話してみてください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YouTubeの答え：仮説とデータ設計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💭 YouTubeの仮説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昔は「クリック数」を重視 → 釣りタイトルが増えて満足度低下 → 「視聴時間」こそ満足度の指標だ！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取得するデータと設計意図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14600"/>
          <a:ext cx="859536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5852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設計意図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視聴時間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どこまで見たか = 満足度の指標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スキップ位置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つまらない箇所を特定 → 改善ポイント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繰り返し視聴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価値の高いコンテンツを発見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いいね/低評価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明示的なフィードバック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YouTubeの実践：PDCAと結果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🔄 PDCAサイクル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「視聴時間を10%増やす」をKPIに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18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おすすめアルゴリズムをA/Bテスト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セッション時間・離脱率を計測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効果の高いパターンを全体に展開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8595360" cy="731520"/>
          </a:xfrm>
          <a:prstGeom prst="rect">
            <a:avLst/>
          </a:prstGeom>
          <a:solidFill>
            <a:srgbClr val="F0FFF4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B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結果: 平均視聴時間が大幅向上（気づいたら1時間YouTubeを見ていた...）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8595360" cy="100584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学び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「何を測るか」で行動が変わる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 → 視聴時間に変えたら、釣りタイトルではなく良質なコンテンツが増えた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事例2: TikTok ー 目標と指標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371600"/>
          </a:xfrm>
          <a:prstGeom prst="rect">
            <a:avLst/>
          </a:prstGeom>
          <a:solidFill>
            <a:srgbClr val="EBF8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最終目標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ユーザー数 × 利用時間の最大化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（多くの人に、長く使ってもらう）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8595360" cy="1463040"/>
          </a:xfrm>
          <a:prstGeom prst="rect">
            <a:avLst/>
          </a:prstGeom>
          <a:solidFill>
            <a:srgbClr val="F7FAFC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99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そのために伸ばしたい指標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7日後の継続率（新規ユーザーが戻ってくるか）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1セッションの滞在時間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新規ユーザーをどう「ハマらせる」か？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TikTok ー あなたならどうする？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28016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ペルソナ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スキマ時間を楽しみたい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Z世代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206240" cy="128016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❓ 課題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短時間で自分好みの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コンテンツに出会いたい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8595360" cy="1645920"/>
          </a:xfrm>
          <a:prstGeom prst="rect">
            <a:avLst/>
          </a:prstGeom>
          <a:solidFill>
            <a:srgbClr val="F0F9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🤔 考えてみよう（30秒）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「興味があるか・ないか」を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どうやってデータで判断しますか？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💭 ヒント：ユーザーは「つまらない」とは言ってくれない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TikTokの答え：仮説とデータ設計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💭 TikTokの仮説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「いいね」を押さなくても判断できる → 行動こそが本音 → 最初の3秒で興味がわかる！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取得するデータと設計意図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14600"/>
          <a:ext cx="859536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5852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設計意図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視聴秒数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3秒以内のスワイプ = 興味なし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スワイプ速度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速いほど興味がない証拠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ループ再生回数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何度も見る = 価値のあるコンテンツ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シェア・保存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「人に見せたい」= 最高評価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TikTokの実践：PDCAと結果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🔄 PDCAサイクル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新規ユーザーの7日後継続率を上げたい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18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最初100本で多様なジャンルを表示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翌日・7日後の再訪問率を計測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反応の良いジャンルに絞り込む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8595360" cy="731520"/>
          </a:xfrm>
          <a:prstGeom prst="rect">
            <a:avLst/>
          </a:prstGeom>
          <a:solidFill>
            <a:srgbClr val="F0FFF4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B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結果: 新規ユーザーでも数十分で好みを学習。気づいたら1時間経っていた...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8595360" cy="100584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学び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ユーザーは「好き」と言わない、「つまらない」とも言わない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行動データから本音を読み取る設計が重要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事例3: Amazon ー 目標と指標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371600"/>
          </a:xfrm>
          <a:prstGeom prst="rect">
            <a:avLst/>
          </a:prstGeom>
          <a:solidFill>
            <a:srgbClr val="EBF8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最終目標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売上（GMV）の最大化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（より多くの人に、より多くの商品を買ってもらう）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8595360" cy="1463040"/>
          </a:xfrm>
          <a:prstGeom prst="rect">
            <a:avLst/>
          </a:prstGeom>
          <a:solidFill>
            <a:srgbClr val="F7FAFC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99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そのために伸ばしたい指標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コンバージョン率（訪問→購入）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客単価（一回の購入金額）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「迷っている人」をどう後押しする？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ー あなたならどうする？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28016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ペルソナ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買い物に迷っている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206240" cy="128016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❓ 課題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何を買えばいいか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わからない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8595360" cy="1645920"/>
          </a:xfrm>
          <a:prstGeom prst="rect">
            <a:avLst/>
          </a:prstGeom>
          <a:solidFill>
            <a:srgbClr val="F0F9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🤔 考えてみよう（30秒）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「迷っている」をどうやって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データで見抜きますか？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💭 ヒント：「買った」データだけで十分でしょうか？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Amazonの答え：仮説とデータ設計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💭 Amazonの仮説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「買ったもの」だけでは足りない → 「買わなかったもの」にヒントがある → カート放棄 = 興味はあるが決め手がない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📊 取得するデータと設計意図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14600"/>
          <a:ext cx="859536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5852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設計意図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カート放棄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興味はあるが決め手がない → リマインド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レビュー閲覧時間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長いほど迷っている → 追加情報で後押し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類似ユーザーの購入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「次に買うもの」を予測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閲覧順序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比較検討の流れを把握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Amazonの実践：PDCAと結果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🔄 PDCAサイクル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コンバージョン率を5%向上させる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18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レコメンド表示位置をA/Bテスト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CTR・購入率・客単価を計測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1234440"/>
            <a:ext cx="411480" cy="411480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2801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効果の高い組合せを本番適用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8595360" cy="731520"/>
          </a:xfrm>
          <a:prstGeom prst="rect">
            <a:avLst/>
          </a:prstGeom>
          <a:solidFill>
            <a:srgbClr val="F0FFF4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B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結果: 売上の35%がレコメンド経由（公式発表）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8595360" cy="100584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学び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「買わなかった」データこそ宝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成功データだけでなく、失敗・離脱のデータから改善のヒントが見つかる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今日は皆さんがデータを使う側に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YouTube/TikTok/Amazon と同じ流れで考える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103120" cy="100584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ペルソナ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誰に届ける？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2103120" cy="100584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17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何を解決？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2103120" cy="100584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17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何を使う？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95160" y="1325880"/>
            <a:ext cx="2103120" cy="100584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417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アプローチ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今日のアイデアソンでは: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運営側がペルソナと課題を設定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皆さんはデータを理解し、アプローチを考える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8595360" cy="548640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この講義では「データ」の部分を理解 → BIツールで可視化できるようになる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今日使うデータセット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どちらかを選んで取り組みます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2286000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スポーツデータ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（データスタジアム提供）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プロ野球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Jリーグサッカー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Bリーグバスケ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206240" cy="2286000"/>
          </a:xfrm>
          <a:prstGeom prst="rect">
            <a:avLst/>
          </a:prstGeom>
          <a:solidFill>
            <a:srgbClr val="FFFAF0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B. 地域・事業所データ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（iタウンページ提供）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標準出力データ（店舗情報）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統計情報データ（地域集計）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38404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チームごとにデータとペルソナを選び、課題解決に取り組む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プロ野球データ（1/2）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どんなデータがあるか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試合データ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観客動員数、対戦カード、スタジアム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試合開始・終了時刻、試合時間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見どころ、戦評（テキストデータ）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選手成績データ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7373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打者: 本塁打、打率、盗塁など44項目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投手: 奪三振、防御率など150項目以上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プロ野球データ（2/2）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位置データがすごい - イベントデータ（約200項目）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投球位置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x座標、y座標（ストライクゾーン内外）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打球位置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グラウンド上のx,y座標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打球方向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角度（センター=0、ライト=+、レフト=-）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打球の強さ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A/B/Cランク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89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可視化アイデア: 打球位置ヒートマップ、得意コースの分析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Jリーグサッカーデータ（1/2）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トラッキングデータとは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秒間25フレームで全選手の位置を記録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486400" cy="13716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X座標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ピッチ横方向の位置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Y座標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ピッチ縦方向の位置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Speed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移動速度（km/h）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828800"/>
            <a:ext cx="2743200" cy="13716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1試合のデータ量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0936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約300万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30936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レコード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Jリーグサッカーデータ（2/2）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イベントデータ（約200項目）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プレー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記録内容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ゴール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シュート位置、ゴール位置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アシスト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パスの起点・終点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ドリブル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開始位置、成功/失敗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方向、距離、成功率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89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可視化アイデア: 選手の走行ルート、ヒートマップ、パスネットワーク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Bリーグバスケデータ（1/2）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座標付きイベントデータ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シュート位置が座標で記録される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X座標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コート横位置（0〜100）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Y座標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コート縦位置（0〜100）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エリア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コートを分割したエリア番号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アクション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3P成功/失敗、2P、ダンク等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Bリーグバスケデータ（2/2）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選手成績データ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得点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試合毎・シーズン毎の得点数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3P成功数/試投数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スリーポイントの精度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アシスト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パスで得点に貢献した回数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リバウンド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オフェンス/ディフェンス別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ダンク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ダンクシュート成功数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89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可視化アイデア: シュートチャート、エリア別成功率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iタウンページデータ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地域の事業所・商圏データ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21031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標準出力データ（個票）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事業所名（カナ・漢字）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住所情報（都道府県〜番地）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業種分類（64分類）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電話番号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206240" cy="21031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統計情報データ（集計）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地域（住所コード）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業種（基本・TP分類）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件数（該当事業所数）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使い分け: 個別店舗を探す→標準出力 / 地域分析→統計情報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データの共通構造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IDでデータがつながる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4299E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選手ID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4299E1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試合ID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「選手Aの今シーズンの全本塁打」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「チームBのホーム試合の観客動員数」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「試合Cでの全シュート位置」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IDでデータを組み合わせると、新しい発見ができる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BIツールとは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 = Business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データを可視化して意思決定を支援するツール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できること: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データをグラフ・チャートで表示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フィルターで絞り込み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ダッシュボードとして共有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3657600"/>
            <a:ext cx="4572000" cy="64008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今日使うツール: Looker Studio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Looker Studio - 基本操作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グラフ作成の4ステップ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99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データ接続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CSVファイルをアップロード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99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グラフ追加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グラフの種類を選択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99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項目設定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ディメンション（分類軸）と指標（値）を設定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94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99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スタイル調整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色・サイズ・ラベルを調整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ドラッグ&amp;ドロップで直感的に操作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グラフの種類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よく使う4つのグラフ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グラフ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用途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棒グラフ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カテゴリ比較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チーム別得点数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折れ線グラフ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時系列変化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月別観客動員数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円グラフ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ポジション別人数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散布図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相関関係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身長×体重の分布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実際に触ってみよう！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課題: Bリーグ選手成績データで棒グラフを作成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時間: 15分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ハンズオン手順（1/4）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1: 準備済みのレポートを開く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配布されたURLをクリック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Googleアカウントでログイン</a:t>
            </a:r>
            <a:endParaRPr lang="en-US" sz="1800" dirty="0"/>
          </a:p>
          <a:p>
            <a:pPr marL="342900" indent="-342900">
              <a:lnSpc>
                <a:spcPct val="16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レポートが開いたら準備完了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ハンズオン手順（2/4）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2: データを確認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すでにデータが接続されています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左側のパネルでデータ項目を確認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どんな項目があるか見てみましょう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ハンズオン手順（3/4）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3: 棒グラフを追加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「グラフを追加」→「棒グラフ」を選択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キャンバスにドラッグして配置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右側パネルで設定: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640080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310896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ディメンション: 選手名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指標: 得点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ハンズオン手順（4/4）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4: 見た目を調整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「スタイル」タブをクリック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棒の色を変更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タイトルを追加:「選手別得点数」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並び替え: 得点の降順に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8B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完成！</a:t>
            </a:r>
            <a:endParaRPr 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発展課題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早く終わった人向け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チャレンジ1: チーム別に色分け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ディメンションに「チーム名」を追加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チャレンジ2: 平均線を追加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リファレンスラインを設定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チャレンジ3: フィルターを追加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特定のチームだけ表示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今日学んだこと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身近なデータ活用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YouTube/TikTok/Amazon はデータ分析で皆さんを理解している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データセットの理解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位置情報・成績・試合情報がIDで紐付いている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BIツールの基本操作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Looker Studioでグラフが作れるようになった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次のワークへ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2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「データをどう活かすか？」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次のワークでは: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チームでアイデアを出し合う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データを可視化してみる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発表に向けて準備する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今学んだことを活かして、アイデアを形にしよう！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Day2の予告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明日はAIも使えます！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Looker Studioでダッシュボード作成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チームでアイデアを形にする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AIツールを活用してOK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SAPPORO DATA IDEATHON</dc:creator>
  <cp:lastModifiedBy>SAPPORO DATA IDEATHON</cp:lastModifiedBy>
  <cp:revision>1</cp:revision>
  <dcterms:created xsi:type="dcterms:W3CDTF">2026-01-13T02:47:32Z</dcterms:created>
  <dcterms:modified xsi:type="dcterms:W3CDTF">2026-01-13T02:47:32Z</dcterms:modified>
</cp:coreProperties>
</file>