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データ利活用のススメ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データで新しい価値を創る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74904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2026年2月3日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74904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株式会社NTT DXパートナー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自己紹介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後藤田 達哉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所属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株式会社NTT DXパートナー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専門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アプリ開発、生成AI利活用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経歴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通信会社の営業/事業推進 → スタートアップ等でエンジニア、PM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今日はデータ分析の楽しさをお伝えします！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今日のアジェンダ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45分で学ぶこと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49040" y="1645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（20分）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645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2240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（8分）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BIツールの紹介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49040" y="2834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（5分）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749040" y="3429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（10分）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429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フィルター・ソート・期間変更を体験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584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749040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（2分）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4023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次のワークへの準備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身近なデータ活用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皆さんのデータ、使われてます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YouTubeのおすすめ動画、なぜ自分好みがわかる？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答えは簡単：皆さんの行動データを分析しているから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普段何気なく使っているサービスの裏側では、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皆さんのデータが収集・分析されています。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今日は、その「データ分析」を皆さんが体験します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いつ同意した？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実は皆さん、データ収集に「同意」しています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タイミング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何に同意している？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アプリ初回起動時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「利用規約に同意」→ データ収集・分析の許可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Webサイト訪問時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「Cookieを許可」→ 閲覧履歴の追跡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アカウント作成時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「プライバシーポリシーに同意」→ 個人情報の利用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通知・位置情報の許可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「許可する」→ リアルタイムデータの取得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ほとんどの人は読まずに「同意」している（平均読了時間：数秒）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便利さと引き換えに、データを提供している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事例1: YouTube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 → 課題 → データ → アプローチ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新しい動画を発見したいユーザー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見たい動画を探す手間がかかる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822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視聴履歴・視聴時間・スキップ位置・いいね/低評価・検索キーワード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好みに合った動画を自動おすすめ / 興味を引く広告を表示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平均視聴時間が大幅向上（気づいたら1時間...）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 深掘り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どう考え、どう回しているか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仮説: クリック数→視聴時間に変えたら、良質なコンテンツが増えた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「視聴時間を10%増やす」をKPIに設定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おすすめアルゴリズムをA/Bテスト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平均セッション時間・離脱率を計測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794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効果の高いパターンを全体に展開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事例2: TikTok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スキマ時間を楽しみたいZ世代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短時間で楽しめるコンテンツがほしい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822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スワイプ速度・視聴完了率・繰り返し視聴・いいね/コメント/シェア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For Youページを即座にパーソナライズ / 最初の3秒で興味判定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新規ユーザーでも数十分で好みを学習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学び: ユーザーは「好き」と言わない。行動データから本音を読み取る設計が重要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事例3: Amazon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買い物に迷っているユーザー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何を買えばいいかわからない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822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閲覧履歴・購入履歴・カート放棄・レビュー閲覧時間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「この商品を買った人は」レコメンド / パーソナライズされたトップページ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売上の35%がレコメンド経由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学び: 「買わなかった」データこそ宝。失敗・離脱のデータから改善のヒントが見つかる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今日は皆さんがデータを使う側に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YouTube/TikTok/Amazon と同じ流れで考える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1737360"/>
            <a:ext cx="1828800" cy="7315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誰に届ける？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834640" y="1737360"/>
            <a:ext cx="1828800" cy="731520"/>
          </a:xfrm>
          <a:prstGeom prst="rect">
            <a:avLst/>
          </a:prstGeom>
          <a:solidFill>
            <a:srgbClr val="48FAF6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何を解決？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937760" y="1737360"/>
            <a:ext cx="1828800" cy="7315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何を使う？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040880" y="1737360"/>
            <a:ext cx="1828800" cy="731520"/>
          </a:xfrm>
          <a:prstGeom prst="rect">
            <a:avLst/>
          </a:prstGeom>
          <a:solidFill>
            <a:srgbClr val="FCAE3B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アプローチ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どうやって？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今日のアイデアソンでは: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皆さんはデータを理解し、アプローチを考える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この講義では「ペルソナ」と「データ」を理解 → 課題解決のヒントを見つける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データセットの理解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今日使うデータの中身を知る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今日使うデータセット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どちらかを選んで取り組みます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A. スポーツデータ（データスタジアム提供）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109728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主な内容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プロ野球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試合・選手成績・投打イベント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投球位置・打球位置の座標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Jリーグサッカー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トラッキング・イベント・成績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秒間25フレームの位置情報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Bリーグバスケ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イベント・選手成績・試合情報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シュート位置の座標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B. 地域・事業所データ（iタウンページ提供）</a:t>
            </a:r>
            <a:endParaRPr lang="en-US" sz="16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82296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主な内容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標準出力データ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店舗・事業所の詳細情報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住所・業種・電話番号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統計情報データ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地域×業種の集計データ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商圏分析・マーケティング向け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BIツールの紹介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Studioでデータを可視化する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BIツールとは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 = Business Intelligence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データを可視化して意思決定を支援するツール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データをグラフ・チャートで表示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フィルターで絞り込み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ダッシュボードとして共有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今日使うツール: Looker Studio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データ可視化の種類（基本編）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まず覚えたい4つの基本グラフ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0116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560320"/>
                <a:gridCol w="23774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向いているデータ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カテゴリ比較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項目ごとの数値を比べたい時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チーム別得点数、店舗別売上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時系列変化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時間による推移を見たい時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月別観客動員数、年度別業績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全体に対する割合を見たい時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ポジション別人数、業種別構成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相関関係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2つの数値の関係を見たい時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身長×体重、価格×販売数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「何を伝えたいか」でグラフを選ぶ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データ可視化の種類（応用編）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より高度な分析に使うグラフ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37744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2560320"/>
                <a:gridCol w="256032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向いているデータ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密度・分布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位置や頻度の集中を見たい時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投球位置、選手の活動エリア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ツリーマップ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階層構成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カテゴリの入れ子構造を見たい時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地域×業種の店舗数分布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積み上げ棒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内訳比較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複数項目の合計と内訳を比べたい時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年度別の業種構成推移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バブルチャート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3変数比較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3つの数値を同時に見たい時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売上×利益×店舗数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地図（マップ）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地理分布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場所ごとのデータを見たい時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エリア別店舗密度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Looker Studioでもこれらのグラフが作れます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データセット別・おすすめグラフ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どのデータに、どのグラフを使う？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28600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データセット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データの種類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おすすめグラフ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可視化の例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プロ野球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投球・打球位置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ヒートマップ、散布図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ストライクゾーン分析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選手成績（比較）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打率ランキング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Jリーグ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選手の活動エリア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Bリーグ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シュート位置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エリア別成功率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iタウンページ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地図、ツリーマップ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札幌市の業種分布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年次推移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業種別の増減トレンド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円グラフ、積み上げ棒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地域の業種構成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データの「何を見たいか」で、最適なグラフが変わる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ハンズオン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チームでBIツールを操作してみよう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ハンズオン開始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チームでBIツールを触ってみよう！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今日体験する3つの操作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🔍 フィルター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2057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「土曜日だけ」「ホーム戦だけ」など条件で絞り込む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↕️ ソート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2697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「観客数が多い順」など並び替える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FCAE3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📅 期間変更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60320" y="3337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「2023年」「2024年」など年度を切り替える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チームで「どの条件で絞り込むか」話し合いながら操作しよう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188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フィルター体験（3分）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5087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曜日で絞り込み → 土日のデータだけ表示して比較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057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ソート体験（3分）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3774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観客動員数で降順ソート → 人気カードを発見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9260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期間変更体験（3分）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2461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年度を切り替え → 傾向の変化を確認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7947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自由探索（残り時間）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114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チームで気になるデータを探索 → 発見を共有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まとめ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次のワークへの準備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振り返り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今日学んだこと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645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は皆さんのデータを分析して価値を生んでいる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423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位置情報・成績・試合情報がIDで紐付いている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200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BIツールの基本操作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520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フィルター・ソート・期間変更でデータを探索できるようになった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皆さんも「データを使う側」になれた！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「データをどう活かすか？」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次のワークでは：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チームでアイデアを出し合う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データを可視化してみる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発表に向けて準備する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今学んだことを活かして、アイデアを形にしよう！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ペルソナ① 地域事業者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1463040" cy="146304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写真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3657600" cy="219456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</a:tblGrid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氏名（年齢）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山田 健一（52歳）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性別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男性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居住地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北海道札幌市中央区（持ち家・築30年の一軒家、ローン完済済み）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出身地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北海道札幌市（生まれも育ちも札幌、地元への愛着が強い）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家族構成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妻・恵子（50歳・店の経理と接客を担当）、娘・美穂（26歳・東京のIT企業で会社員、年2回帰省）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釣り（支笏湖でトラウト、石狩川でサケ釣り）、道内の蕎麦屋巡り（年間30店舗以上訪問）、町内会の夏祭り実行委員、野球観戦（ファイターズの年間シート保有歴10年）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趣味のきっかけ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小学生の頃、父親に連れられて始めた釣りが今も続いている。蕎麦は30代の頃、自分の店の味を磨くために全国の名店を食べ歩き始めた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914400"/>
          <a:ext cx="4572000" cy="3840480"/>
        </p:xfrm>
        <a:graphic>
          <a:graphicData uri="http://schemas.openxmlformats.org/drawingml/2006/table">
            <a:tbl>
              <a:tblPr/>
              <a:tblGrid>
                <a:gridCol w="118872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札幌市内で蕎麦屋「山田庵」を2店舗経営。1号店（中央区南3条）は父から継いで創業25年、常連客中心で1日平均80名来客。2号店（北区麻生）は5年前にオープン、ショッピングモール近くでファミリー層向け、1日平均120名来客。従業員は妻と正社員1名、パート3名。年商は2店舗合計で約4,500万円。蕎麦粉は幌加内産にこだわってい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朝5時起床、5時半から1号店で仕込み開始（出汁取り、麺打ち、天ぷら用野菜のカット）。11時開店、14時に昼のピークが終わったら車で2号店へ移動して様子確認とスタッフ指導。16時に1号店に戻り、17時から夜営業、20時閉店。21時帰宅、妻と夕食を取りながらニュースと野球中継を見て23時就寝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休日の過ごし方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曜定休。午前は自宅で経理作業（手書きの売上帳簿をExcelに転記、妻に教わりながら）や仕入れ先との電話打ち合わせ。午後は妻とイオンで買い物するか、天気が良ければ一人で支笏湖へ釣りに出かける。月1回は商工会の集まり（情報交換と懇親会）に参加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好きな時間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閉店後に常連さんと少しだけ話す時間が一番好き。「また来るよ」「今日も美味しかった」「孫を連れてくるね」と言われると、この仕事を続けてきて本当に良かったと感じる。父から継いだ店を守れていることに誇りを持ってい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最近の関心事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号店が軌道に乗ってきたので、3店舗目を出すかどうか真剣に検討中。候補地は琴似（学生・単身者が多い）か新札幌（再開発で人口増加中）で迷っている。娘に「人口動態や競合店のデータを見て決めたら？」と言われたが、何のデータをどこで見ればいいのか分からな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情報収集の方法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工会の集まりや同業者からの口コミが頼り。「あのエリアは最近人が増えてるらしい」という噂話で判断することが多い。ネットは苦手で、調べ物があると娘にLINEで聞く。スマホは持っているが、使うのはLINEと天気予報、たまにYahooニュースを見る程度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悩み・課題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人口が減っているエリアもある」とニュースで聞くが、自分の商圏でどうなのか実感がわかない。25年の経験と勘だけで3店舗目の場所を決めていいのか不安。また、最近は若い世代（20-30代）の来客が減っている気がする。娘に「InstagramやGoogleマップの口コミが大事だよ」と言われたが、やり方が分からな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ペルソナ② スポーツ観戦ライト層の学生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1463040" cy="146304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写真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3657600" cy="219456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</a:tblGrid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氏名（年齢）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佐藤 美咲（21歳）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性別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女性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居住地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北海道札幌市北区（北大近くのワンルーム・家賃4.5万円・一人暮らし3年目）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出身地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北海道旭川市（帰省は年3回程度）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家族構成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実家に父（53歳・市役所）、母（50歳・パート）、弟（17歳・高校サッカー部）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カフェ巡り（月8回以上）、Instagram（フォロワー約520人）、推し活（K-POP）、Netflix、コスメ収集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趣味のきっかけ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大学入学後、友達の影響でカフェ巡りを開始。映える写真をInstagramに投稿したら反応が良くて楽しくなった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914400"/>
          <a:ext cx="4572000" cy="3840480"/>
        </p:xfrm>
        <a:graphic>
          <a:graphicData uri="http://schemas.openxmlformats.org/drawingml/2006/table">
            <a:tbl>
              <a:tblPr/>
              <a:tblGrid>
                <a:gridCol w="118872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仕事（学業）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大学経済学部3年生。ゼミは消費者行動論・マーケティング専攻で、卒論テーマは「SNSが購買行動に与える影響」を検討中。成績は中の上でGPAは2.8。週3回（火・木・土）大学近くのおしゃれカフェでバイト（時給980円・月収約5万円）。就活を意識し始め、夏のインターンに食品メーカーと広告代理店の2社に応募、1社は書類通過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時起床、9時から授業（週4日、1日2-3コマ）。空きコマは図書館かカフェで課題。14時頃に授業終了、バイトがある日は16時〜21時勤務。移動中（地下鉄で片道15分）はInstagram・TikTok・YouTubeをひたすらチェック（1日のスクリーンタイム平均4時間）。帰宅後は自炊、お風呂、寝る前にNetflixで韓国ドラマを1話見るのが日課。24時就寝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休日の過ごし方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時起床、ゆっくり準備して13時頃から友達と札幌駅周辺（ステラプレイス、大丸、パルコ）で買い物やカフェ巡り。新しくできた店は必ずチェックして写真を撮る。17時頃に解散、夜は一人でNetflix。自分からイベントを探すより、友達の誘いやSNSで流れてきた情報で動くことが多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好きな時間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友達と一緒に新しい体験をしている時間が一番楽しい。初めてのカフェ、初めての場所、初めての食べ物。Instagramで「いいね」が50以上、できれば100以上もらえるとテンションが上がる。ストーリーズで日常をシェアして、友達から「いいな〜」とDMが来ると嬉し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スポーツとの関わり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分自身は運動部経験なし（中学は吹奏楽部でクラリネット担当、高校は帰宅部）。体育の授業は苦手だった。友達に誘われれば観戦に付き合う程度で、正直ルールはよく分からない。でもスタジアムの雰囲気、みんなで応援する一体感、おいしいスタジアムグルメは好き。弟が小学生からサッカーをしていて、サッカーのルールは少しだけ分か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スポーツ観戦との出会い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2年の冬、同じゼミの友達が「推しの選手がいるから一緒に行こう」と誘ってきて、Bリーグ（レバンガ北海道）を観戦。最初は「バスケのルール分からないし、あんまり乗り気じゃないな」と思っていた。でも実際に行ってみたら、会場の雰囲気が想像以上に楽しく、チアのダンスがかっこよく、スタジアムフードのザンギが美味しくて、意外とハマりそう。選手のInstagramをフォロー開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悩み・課題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もう一度観戦に行きたいけど、チケットの買い方（どのサイト？席の種類は？）や持ち物（双眼鏡？タオル？）が分からない。友達と一緒じゃないと行く勇気が出ない。ルールを知らないまま行って周りの人に「にわかファン」と思われたら恥ずかしい。もっと詳しくなりたいが、何から始めればいいか分からな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Day1の振り返り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昨日学んだこと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1737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YouTube: 視聴履歴・視聴時間からおすすめ動画を自動選定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TikTok: スワイプ速度・視聴完了率で好みを即座に学習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Amazon: 閲覧・購入・カート放棄データでレコメンド（売上35%）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スポーツ: 選手ID・チームID・試合IDでデータが紐付く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位置データ: 投球座標、シュート位置、選手トラッキング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地域データ: 住所コード×業種で商圏分析が可能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BIツール体験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566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Looker Studioで棒グラフ・円グラフを作成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ディメンション（分類軸）と指標（数値）の設定を学習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今日（Day2）は、この知識を活かしてアイデアを形にしよう！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質問があればお気軽にどうぞ！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データ利活用のススメ</dc:title>
  <dc:subject>PptxGenJS Presentation</dc:subject>
  <dc:creator>NTT DXパートナー</dc:creator>
  <cp:lastModifiedBy>NTT DXパートナー</cp:lastModifiedBy>
  <cp:revision>1</cp:revision>
  <dcterms:created xsi:type="dcterms:W3CDTF">2026-01-26T00:12:01Z</dcterms:created>
  <dcterms:modified xsi:type="dcterms:W3CDTF">2026-01-26T00:12:01Z</dcterms:modified>
</cp:coreProperties>
</file>