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データ利活用のススメ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データで新しい価値を創る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74904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2026年2月3日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74904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自己紹介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後藤田 達哉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所属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株式会社NTT DXパートナー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専門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アプリ開発、生成AI利活用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経歴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通信会社の営業/事業推進 → スタートアップ等でエンジニア、PM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今日はデータ分析の楽しさをお伝えします！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今日のアジェンダ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80分の流れ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（15分）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（10分）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BIツールの紹介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（5分）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4904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（10分）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グラフ作成・フィルター・ソートを体験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84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74904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（40分）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4023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チームでデータ分析・アイデア検討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身近なデータ活用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皆さんのデータ、使われてます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YouTubeのおすすめ動画、なぜ自分好みがわかる？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答えは簡単：皆さんの行動データを分析しているから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普段何気なく使っているサービスの裏側では、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皆さんのデータが収集・分析されています。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今日は、その「データ分析」を皆さんが体験します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いつ同意した？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実は皆さん、データ収集に「同意」しています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タイミング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何に同意している？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アプリ初回起動時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「利用規約に同意」→ データ収集・分析の許可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Webサイト訪問時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「Cookieを許可」→ 閲覧履歴の追跡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アカウント作成時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「プライバシーポリシーに同意」→ 個人情報の利用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通知・位置情報の許可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「許可する」→ リアルタイムデータの取得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ほとんどの人は読まずに「同意」している（平均読了時間：数秒）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便利さと引き換えに、データを提供している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データ分析のサイクル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データ活用は「1回きり」ではない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16459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645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データ収集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16459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1645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分析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16459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645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課題発見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27432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仮説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27432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アプローチ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27432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 検証・改善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463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751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8463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5603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←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887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↑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このサイクルを高速で回すことで、サービスが進化する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YouTube、TikTok、Amazon も毎日このサイクルを回している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事例1: YouTube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 → 課題 → データ → アプローチ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新しい動画を発見したいユーザー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見たい動画を探す手間がかかる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視聴履歴・視聴時間・スキップ位置・いいね/低評価・検索キーワード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好みに合った動画を自動おすすめ / 興味を引く広告を表示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平均視聴時間が大幅向上（気づいたら1時間...）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 深掘り - データ分析サイクルの実例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YouTubeが実際に回しているサイクル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3258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325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データ収集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1325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視聴履歴、視聴時間、スキップ位置、離脱タイミング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76479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17647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17647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「クリックされるけど最後まで見られない動画」が多い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20370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20370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課題発見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20370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クリック数を追うと「釣りタイトル」が増えてしまう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64261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6426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64261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「視聴時間」を重視すれば良質なコンテンツが増えるのでは？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0815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0815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アプローチ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308152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おすすめアルゴリズムを「視聴時間」重視に変更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520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520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3520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A/Bテストで効果測定 → 平均視聴時間10%向上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このサイクルを毎日・毎週回し続けている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事例2: TikTok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スキマ時間を楽しみたいZ世代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短時間で楽しめるコンテンツがほしい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スワイプ速度・視聴完了率・繰り返し視聴・いいね/コメント/シェア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For Youページを即座にパーソナライズ / 最初の3秒で興味判定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新規ユーザーでも数十分で好みを学習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ユーザーは「好き」と言わない。行動データから本音を読み取る設計が重要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事例3: Instagram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友達の投稿をチェックしたいユーザー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見たい投稿を見逃してしまう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いいね・コメント・保存・滞在時間・プロフィール訪問・ストーリーズ視聴順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フィードの表示順を最適化 / 「おすすめ」タブでパーソナライズ / 広告も興味に合わせて表示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1日の平均利用時間30分以上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「時系列順」ではなく「興味順」で表示することで、見逃しを防ぐ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Instagram 深掘り - 「見ただけ」で分かること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Instagramは「いいね」しなくても分析している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あなたの行動データ: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投稿を何秒見ていたか（滞在時間）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スクロール速度が遅くなった投稿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拡大した写真・動画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保存したけど「いいね」しなかった投稿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プロフィールを何回訪問したか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「本当に興味があるもの」を行動から推測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ユーザーの「本音」は言葉ではなく行動に現れる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事例4: Amazon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買い物に迷っているユーザー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何を買えばいいかわからない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閲覧履歴・購入履歴・カート放棄・レビュー閲覧時間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「この商品を買った人は」レコメンド / パーソナライズされたトップページ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売上の35%がレコメンド経由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「買わなかった」データこそ宝。失敗・離脱のデータから改善のヒントが見つかる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4つの事例に共通すること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YouTube、TikTok、Instagram、Amazon に共通するポイント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データを「集める」だけでなく「回す」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737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1回分析して終わりではない / 仮説→検証→改善のサイクル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240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「言葉」より「行動」を見る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6060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アンケートより実際の行動データ / 「見た時間」「スキップ速度」が本音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小さく試して、効果があれば広げる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4747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A/Bテストで比較検証 / 失敗してもデータが残る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今日のアイデアソンでも、この考え方を使おう！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今日は皆さんがデータを使う側に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と同じ流れで考える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1737360"/>
            <a:ext cx="1828800" cy="7315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誰に届ける？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834640" y="1737360"/>
            <a:ext cx="1828800" cy="731520"/>
          </a:xfrm>
          <a:prstGeom prst="rect">
            <a:avLst/>
          </a:prstGeom>
          <a:solidFill>
            <a:srgbClr val="48FAF6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何を解決？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937760" y="1737360"/>
            <a:ext cx="1828800" cy="7315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何を使う？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040880" y="1737360"/>
            <a:ext cx="1828800" cy="731520"/>
          </a:xfrm>
          <a:prstGeom prst="rect">
            <a:avLst/>
          </a:prstGeom>
          <a:solidFill>
            <a:srgbClr val="FCAE3B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アプローチ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今日のアイデアソンでは: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皆さんはデータを理解し、アプローチを考える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この講義では「ペルソナ」と「データ」を理解 → 課題解決のヒントを見つける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データセットの理解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今日使うデータの中身を知る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さっぽろ圏データ取引市場とは？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さっぽろ圏データ取引市場は、2018年1月に発足した「DATA-SMART CITY SAPPORO」から生まれたプラットフォームです。</a:t>
            </a:r>
            <a:endParaRPr lang="en-US" sz="1400" dirty="0"/>
          </a:p>
        </p:txBody>
      </p:sp>
      <p:pic>
        <p:nvPicPr>
          <p:cNvPr id="12" name="Image 0" descr="/Users/user/Desktop/obsidian-ttygtd/05_Output/Projects/@Active/NTTDX-Hokkaido-Sapporo/02-materials/データ取引市場②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28800"/>
            <a:ext cx="3200400" cy="2194560"/>
          </a:xfrm>
          <a:prstGeom prst="rect">
            <a:avLst/>
          </a:prstGeom>
        </p:spPr>
      </p:pic>
      <p:pic>
        <p:nvPicPr>
          <p:cNvPr id="13" name="Image 1" descr="/Users/user/Desktop/obsidian-ttygtd/05_Output/Projects/@Active/NTTDX-Hokkaido-Sapporo/02-materials/データ取引市場③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21945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今日使うデータも、このプラットフォームから提供されています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今日使うデータセット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どちらかを選んで取り組みます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スポーツデータ（データスタジアム株式会社様 提供）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128016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競技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プロ野球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選手プロフィール、チーム成績、選手成績、試合情報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Jリーグサッカー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選手プロフィール、チーム成績、選手成績、試合情報、プレー情報（パス・シュート等）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Bリーグバスケ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選手成績、チーム成績、試合情報、選手プロフィール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地域・事業所データ（タウンページ株式会社様 提供）</a:t>
            </a:r>
            <a:endParaRPr lang="en-US" sz="14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8229600" cy="59436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統計情報データ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地域×業種の集計データ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BIツールの紹介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Studioでデータを可視化する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BIツールとは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 = Business Intelligence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データを可視化して意思決定を支援するツール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データをグラフ・チャートで表示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フィルターで絞り込み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ダッシュボードとして共有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今日使うツール: Looker Studio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そもそも「データ」ってどんなもの？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多くのデータは「テーブル形式」で記録されている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例：YouTubeの視聴ログデータ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155448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2286000"/>
                <a:gridCol w="1188720"/>
                <a:gridCol w="1554480"/>
              </a:tblGrid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日時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ユーザー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動画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アクション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視聴時間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2025/12/01 10:15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田中さん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猫のおもしろ動画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3分20秒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2025/12/01 10:18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田中さん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猫のおもしろ動画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いいね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2025/12/01 11:30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佐藤さん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料理レシピ：パスタ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8分45秒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2025/12/01 14:22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鈴木さん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猫のおもしろ動画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1分10秒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2025/12/01 15:05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佐藤さん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猫のおもしろ動画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コメント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3291840"/>
            <a:ext cx="3931920" cy="128016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行（レコード）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611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1つの行動・イベントの記録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 誰かが何かするたびに1行増える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このデータが何万行も蓄積される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0" y="3291840"/>
            <a:ext cx="4114800" cy="12801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8" name="Text 15"/>
          <p:cNvSpPr/>
          <p:nvPr/>
        </p:nvSpPr>
        <p:spPr>
          <a:xfrm>
            <a:off x="466344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列（カラム）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63440" y="3611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記録する項目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 いつ・誰が・何を・どうした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63440" y="4160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5W1Hを記録している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データはあるけど…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多くの企業が抱える課題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❌ データの中身がよくわからない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CSVやExcelで数字の羅列を見ても意味がわからない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「このカラムは何？」「単位は？」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❌ 意味づけができない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データがあっても、何を読み取ればいいかわからない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「売上は上がってる？下がってる？」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❌ 使いたいデータが取れていない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「こういうデータがほしい」けど記録していなかった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あとから取り直すことはできない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データを「持っている」だけでは価値にならない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BIツールが解決すること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データを「見える化」して意味を見つける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463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数字の羅列 → グラフで傾向がわかる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1828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上がってる？下がってる？が一目瞭然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240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フィルターで絞り込み → 比較ができる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606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「この店舗だけ」「この期間だけ」で切り出す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複数のデータを並べる → 関係性が見える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「気温が高い日は売上が増える」など発見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BIツールとは…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データから意味を見つける・読み取るためのツール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データを理解しやすくし、傾向やパターンを可視化する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なぜBIツールを使うの？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Excelでもグラフは作れるけど…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BIツールのメリット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データが更新されるとグラフも自動更新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514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フィルターで見たいデータだけ表示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URLを共有するだけでみんなが見れる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プログラミング不要で直感的に操作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データ分析の「入り口」として最適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今日使うLooker Studio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Studio（ルッカースタジオ）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011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Googleが提供する無料のBIツール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ブラウザだけで使える（アプリ不要）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Googleアカウントがあれば誰でも使える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今日のハンズオン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運営が準備したレポートをそのまま使います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データ接続などの複雑な設定は不要！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データ可視化の種類（基本編）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まず覚えたい4つの基本グラフ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560320"/>
                <a:gridCol w="2377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カテゴリ比較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項目ごとの数値を比べたい時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チーム別得点数、店舗別売上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時系列変化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時間による推移を見たい時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月別観客動員数、年度別業績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全体に対する割合を見たい時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ポジション別人数、業種別構成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相関関係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2つの数値の関係を見たい時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身長×体重、価格×販売数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「何を伝えたいか」でグラフを選ぶ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データ可視化の種類（応用編）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より高度な分析に使うグラフ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2560320"/>
                <a:gridCol w="256032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向いているデータ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密度・分布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位置や頻度の集中を見たい時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投球位置、選手の活動エリア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ツリーマップ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階層構成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カテゴリの入れ子構造を見たい時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地域×業種の店舗数分布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積み上げ棒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内訳比較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複数項目の合計と内訳を比べたい時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年度別の業種構成推移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バブルチャート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3変数比較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3つの数値を同時に見たい時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売上×利益×店舗数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地図（マップ）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地理分布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場所ごとのデータを見たい時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エリア別店舗密度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Looker Studioでもこれらのグラフが作れます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データセット別・おすすめグラフ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どのデータに、どのグラフを使う？</a:t>
            </a:r>
            <a:endParaRPr lang="en-US" sz="1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28600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データセット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データの種類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おすすめグラフ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可視化の例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プロ野球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投球・打球位置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ヒートマップ、散布図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ストライクゾーン分析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選手成績（比較）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打率ランキング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Jリーグ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選手の活動エリア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Bリーグ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エリア別成功率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タウンページ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地図、ツリーマップ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札幌市の業種分布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年次推移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業種別の増減トレンド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円グラフ、積み上げ棒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地域の業種構成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データの「何を見たいか」で、最適なグラフが変わる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ハンズオン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チームでBIツールを操作してみよう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ハンズオンの準備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これからハンズオンを始めます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GmailからLooker Studioにアクセスしてください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皆さんのGoogleアカウント宛に、Looker StudioのURLを送付済みです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【これからやること】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Googleアカウントのメールを確認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届いているURLをクリックしてアクセス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Googleアカウントでログイン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画面が開いたら準備完了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【困ったら】メールが届いていない/ログインできない → 手を挙げてください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フィルター体験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508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曜日やチームで絞り込み → データの変化を確認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ソート・期間変更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377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並び替え、9月〜10月のみに絞り込み → 傾向の変化を発見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926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グラフ追加（みんなで）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246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「グラフを追加」→ 棒グラフ → ディメンション:選手名、指標:得点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794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自由探索（残り時間）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114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チームで気になるデータを探索 → 発見を共有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ハンズオン開始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BIツールを触ってみよう！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今日体験する4つの操作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8229600" cy="475488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013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🔍 フィルター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1801368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「土曜日だけ」など条件で絞り込む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475488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500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↕️ ソート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350008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「観客数が多い順」など並び替える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CAE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986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📅 期間変更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2898648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「9月〜10月のみ」など期間を絞り込む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475488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472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グラフ追加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3447288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棒グラフを1つ作成してみる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フィルター等で操作に慣れたら、みんなでグラフを作成しよう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グラフ追加の手順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棒グラフを作成してみよう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「グラフを追加」をクリック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417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画面上部のメニューから選択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「棒グラフ」を選択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965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グラフ一覧から棒グラフのアイコンをクリック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キャンバスに配置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514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レポート上でドラッグして好きな場所に配置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ディメンションを設定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063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右側パネルで「選手名」や「チーム名」を選択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指標を設定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3611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「得点」や「出場時間」など数値項目を選択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2793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ディメンション＝分類軸（何で分ける？）、指標＝数値（何を見る？）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まとめ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今日学んだこと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は皆さんのデータを分析して価値を生んでいる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423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位置情報・成績・試合情報がIDで紐付いている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00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BIツールの基本操作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フィルター・ソート・期間変更でデータを探索できるようになった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皆さんも「データを使う側」になれた！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「データをどう活かすか？」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次のワークでは：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チームでアイデアを出し合う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データを可視化してみる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発表に向けて準備する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今学んだことを活かして、アイデアを形にしよう！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ペルソナ① 地域事業者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1463040" cy="146304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365760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</a:tblGrid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氏名（年齢）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山田 健一（52歳）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性別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男性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北海道札幌市中央区（持ち家・築30年の一軒家、ローン完済済み）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北海道札幌市（生まれも育ちも札幌、地元への愛着が強い）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家族構成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妻・恵子（50歳・店の経理と接客を担当）、娘・美穂（26歳・東京のIT企業で会社員、年2回帰省）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釣り（支笏湖でトラウト、石狩川でサケ釣り）、道内の蕎麦屋巡り（年間30店舗以上訪問）、町内会の夏祭り実行委員、野球観戦（ファイターズの年間シート保有歴10年）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趣味のきっかけ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小学生の頃、父親に連れられて始めた釣りが今も続いている。蕎麦は30代の頃、自分の店の味を磨くために全国の名店を食べ歩き始めた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4572000" cy="384048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内で蕎麦屋「山田庵」を2店舗経営。1号店（中央区南3条）は父から継いで創業25年、常連客中心で1日平均80名来客。2号店（北区麻生）は5年前にオープン、ショッピングモール近くでファミリー層向け、1日平均120名来客。従業員は妻と正社員1名、パート3名。年商は2店舗合計で約4,500万円。蕎麦粉は幌加内産にこだわってい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朝5時起床、5時半から1号店で仕込み開始（出汁取り、麺打ち、天ぷら用野菜のカット）。11時開店、14時に昼のピークが終わったら車で2号店へ移動して様子確認とスタッフ指導。16時に1号店に戻り、17時から夜営業、20時閉店。21時帰宅、妻と夕食を取りながらニュースと野球中継を見て23時就寝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曜定休。午前は自宅で経理作業（手書きの売上帳簿をExcelに転記、妻に教わりながら）や仕入れ先との電話打ち合わせ。午後は妻とイオンで買い物するか、天気が良ければ一人で支笏湖へ釣りに出かける。月1回は商工会の集まり（情報交換と懇親会）に参加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好きな時間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閉店後に常連さんと少しだけ話す時間が一番好き。「また来るよ」「今日も美味しかった」「孫を連れてくるね」と言われると、この仕事を続けてきて本当に良かったと感じる。父から継いだ店を守れていることに誇りを持ってい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最近の関心事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号店が軌道に乗ってきたので、3店舗目を出すかどうか真剣に検討中。候補地は琴似（学生・単身者が多い）か新札幌（再開発で人口増加中）で迷っている。娘に「人口動態や競合店のデータを見て決めたら？」と言われたが、何のデータをどこで見ればいいのか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情報収集の方法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工会の集まりや同業者からの口コミが頼り。「あのエリアは最近人が増えてるらしい」という噂話で判断することが多い。ネットは苦手で、調べ物があると娘にLINEで聞く。スマホは持っているが、使うのはLINEと天気予報、たまにYahooニュースを見る程度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悩み・課題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人口が減っているエリアもある」とニュースで聞くが、自分の商圏でどうなのか実感がわかない。25年の経験と勘だけで3店舗目の場所を決めていいのか不安。また、最近は若い世代（20-30代）の来客が減っている気がする。娘に「InstagramやGoogleマップの口コミが大事だよ」と言われたが、やり方が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ペルソナ② スポーツ観戦ライト層の学生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1463040" cy="146304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</a:t>
            </a:r>
            <a:endParaRPr lang="en-US" sz="1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365760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</a:tblGrid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氏名（年齢）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佐藤 美咲（21歳）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性別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女性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北海道札幌市北区（北大近くのワンルーム・家賃4.5万円・一人暮らし3年目）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北海道旭川市（帰省は年3回程度）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家族構成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実家に父（53歳・市役所・日ハムファン）、母（50歳・パート）、弟（17歳・高校サッカー部・コンサドーレファン）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カフェ巡り（月8回以上）、Instagram（フォロワー約520人）、推し活（K-POP）、Netflix、コスメ収集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趣味のきっかけ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大学入学後、友達の影響でカフェ巡りを開始。映える写真をInstagramに投稿したら反応が良くて楽しくなった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4572000" cy="384048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仕事（学業）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大学経済学部3年生。ゼミは消費者行動論・マーケティング専攻で、卒論テーマは「SNSが購買行動に与える影響」を検討中。成績は中の上でGPAは2.8。週3回（火・木・土）大学近くのおしゃれカフェでバイト（時給980円・月収約5万円）。就活を意識し始め、夏のインターンに食品メーカーと広告代理店の2社に応募、1社は書類通過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時起床、9時から授業（週4日、1日2-3コマ）。空きコマは図書館かカフェで課題。14時頃に授業終了、バイトがある日は16時〜21時勤務。移動中（地下鉄で片道15分）はInstagram・TikTok・YouTubeをひたすらチェック（1日のスクリーンタイム平均4時間）。帰宅後は自炊、お風呂、寝る前にNetflixで韓国ドラマを1話見るのが日課。24時就寝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時起床、ゆっくり準備して13時頃から友達と札幌駅周辺（ステラプレイス、大丸、パルコ）で買い物やカフェ巡り。新しくできた店は必ずチェックして写真を撮る。17時頃に解散、夜は一人でNetflix。自分からイベントを探すより、友達の誘いやSNSで流れてきた情報で動くことが多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好きな時間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友達と一緒に新しい体験をしている時間が一番楽しい。初めてのカフェ、初めての場所、初めての食べ物。Instagramで「いいね」が50以上、できれば100以上もらえるとテンションが上がる。ストーリーズで日常をシェアして、友達から「いいな〜」とDMが来ると嬉し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スポーツとの関わり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分自身は運動部経験なし（中学は吹奏楽部、高校は帰宅部）。体育は苦手だった。父が日ハムファンで、子供の頃は家族でエスコンフィールドの前身の札幌ドームへ年1回程度。弟がサッカー少年で、弟の試合応援でルールは少し分かる。友達に誘われればスポーツ観戦に付き合う程度。スタジアムの雰囲気、応援の一体感、スタジアムグルメは好き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スポーツ観戦との出会い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子供の頃、父に連れられて日ハム戦を観戦。選手の名前は覚えていないが、球場の熱気と花火は印象に残っている。弟の影響でコンサドーレの試合をTV観戦。ドームの雰囲気が良さそうで一度行ってみたい。大学2年の冬、ゼミ友達に誘われてレバンガ北海道を観戦。会場が近くて行きやすく、チアのダンスがかっこよく、意外とハマりそう。選手のInstagramをフォロー開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悩み・課題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のスポーツも「もう一度行きたい」と思うが、チケットの買い方（どのサイト？席の種類は？）や持ち物が分からない。友達と一緒じゃないと行く勇気が出ない。ルールを知らないまま行って「にわかファン」と思われたら恥ずかしい。野球は試合時間が長そう、サッカーは寒そう、バスケは近いから行きやすそう、という漠然としたイメージ。もっと詳しくなりたいが何から始めればいいか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ヒントカード：タウンページ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1554480" cy="4114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914400"/>
            <a:ext cx="1554480" cy="4114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エリア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914400"/>
            <a:ext cx="1554480" cy="4114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誰のため？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914400"/>
            <a:ext cx="1554480" cy="4114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シーン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914400"/>
            <a:ext cx="1554480" cy="4114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141732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飲食店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03120" y="141732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3" name="Text 21"/>
          <p:cNvSpPr/>
          <p:nvPr/>
        </p:nvSpPr>
        <p:spPr>
          <a:xfrm>
            <a:off x="210312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中央区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141732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出店したい人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141732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引っ越し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141732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徒歩圏内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01168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03120" y="201168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3" name="Text 31"/>
          <p:cNvSpPr/>
          <p:nvPr/>
        </p:nvSpPr>
        <p:spPr>
          <a:xfrm>
            <a:off x="2103120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北区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49040" y="201168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5" name="Text 33"/>
          <p:cNvSpPr/>
          <p:nvPr/>
        </p:nvSpPr>
        <p:spPr>
          <a:xfrm>
            <a:off x="3749040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就活生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94960" y="201168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7" name="Text 35"/>
          <p:cNvSpPr/>
          <p:nvPr/>
        </p:nvSpPr>
        <p:spPr>
          <a:xfrm>
            <a:off x="5394960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開業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40880" y="201168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駅チカ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260604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美容・理容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103120" y="260604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43" name="Text 41"/>
          <p:cNvSpPr/>
          <p:nvPr/>
        </p:nvSpPr>
        <p:spPr>
          <a:xfrm>
            <a:off x="210312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駅前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749040" y="260604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45" name="Text 43"/>
          <p:cNvSpPr/>
          <p:nvPr/>
        </p:nvSpPr>
        <p:spPr>
          <a:xfrm>
            <a:off x="374904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高齢者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94960" y="260604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47" name="Text 45"/>
          <p:cNvSpPr/>
          <p:nvPr/>
        </p:nvSpPr>
        <p:spPr>
          <a:xfrm>
            <a:off x="539496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子育て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040880" y="260604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49" name="Text 47"/>
          <p:cNvSpPr/>
          <p:nvPr/>
        </p:nvSpPr>
        <p:spPr>
          <a:xfrm>
            <a:off x="704088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穴場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320040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医療・福祉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103120" y="320040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53" name="Text 51"/>
          <p:cNvSpPr/>
          <p:nvPr/>
        </p:nvSpPr>
        <p:spPr>
          <a:xfrm>
            <a:off x="210312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住宅街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749040" y="320040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55" name="Text 53"/>
          <p:cNvSpPr/>
          <p:nvPr/>
        </p:nvSpPr>
        <p:spPr>
          <a:xfrm>
            <a:off x="374904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観光客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394960" y="320040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57" name="Text 55"/>
          <p:cNvSpPr/>
          <p:nvPr/>
        </p:nvSpPr>
        <p:spPr>
          <a:xfrm>
            <a:off x="539496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通勤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040880" y="320040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59" name="Text 57"/>
          <p:cNvSpPr/>
          <p:nvPr/>
        </p:nvSpPr>
        <p:spPr>
          <a:xfrm>
            <a:off x="704088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激戦区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379476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3794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教育・学習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103120" y="379476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63" name="Text 61"/>
          <p:cNvSpPr/>
          <p:nvPr/>
        </p:nvSpPr>
        <p:spPr>
          <a:xfrm>
            <a:off x="2103120" y="3794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繁華街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749040" y="379476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65" name="Text 63"/>
          <p:cNvSpPr/>
          <p:nvPr/>
        </p:nvSpPr>
        <p:spPr>
          <a:xfrm>
            <a:off x="3749040" y="3794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394960" y="379476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67" name="Text 65"/>
          <p:cNvSpPr/>
          <p:nvPr/>
        </p:nvSpPr>
        <p:spPr>
          <a:xfrm>
            <a:off x="5394960" y="3794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老後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040880" y="379476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69" name="Text 67"/>
          <p:cNvSpPr/>
          <p:nvPr/>
        </p:nvSpPr>
        <p:spPr>
          <a:xfrm>
            <a:off x="7040880" y="3794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ランキング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ヒントカード：データスタジアム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1554480" cy="4114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914400"/>
            <a:ext cx="1554480" cy="4114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試合状況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914400"/>
            <a:ext cx="1554480" cy="4114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誰のため？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914400"/>
            <a:ext cx="1554480" cy="4114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シーン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914400"/>
            <a:ext cx="1554480" cy="4114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141732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得点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03120" y="141732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3" name="Text 21"/>
          <p:cNvSpPr/>
          <p:nvPr/>
        </p:nvSpPr>
        <p:spPr>
          <a:xfrm>
            <a:off x="210312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ホーム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141732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初観戦の人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141732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推し探し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141732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01168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出場時間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03120" y="201168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3" name="Text 31"/>
          <p:cNvSpPr/>
          <p:nvPr/>
        </p:nvSpPr>
        <p:spPr>
          <a:xfrm>
            <a:off x="2103120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勝ってる時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49040" y="201168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5" name="Text 33"/>
          <p:cNvSpPr/>
          <p:nvPr/>
        </p:nvSpPr>
        <p:spPr>
          <a:xfrm>
            <a:off x="3749040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ライトファン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94960" y="201168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7" name="Text 35"/>
          <p:cNvSpPr/>
          <p:nvPr/>
        </p:nvSpPr>
        <p:spPr>
          <a:xfrm>
            <a:off x="5394960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デート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40880" y="201168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グッズ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260604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アシスト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103120" y="260604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43" name="Text 41"/>
          <p:cNvSpPr/>
          <p:nvPr/>
        </p:nvSpPr>
        <p:spPr>
          <a:xfrm>
            <a:off x="210312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負けてる時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749040" y="260604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45" name="Text 43"/>
          <p:cNvSpPr/>
          <p:nvPr/>
        </p:nvSpPr>
        <p:spPr>
          <a:xfrm>
            <a:off x="374904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子ども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94960" y="260604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47" name="Text 45"/>
          <p:cNvSpPr/>
          <p:nvPr/>
        </p:nvSpPr>
        <p:spPr>
          <a:xfrm>
            <a:off x="539496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家族で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040880" y="260604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49" name="Text 47"/>
          <p:cNvSpPr/>
          <p:nvPr/>
        </p:nvSpPr>
        <p:spPr>
          <a:xfrm>
            <a:off x="704088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チケット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320040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シュート位置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103120" y="320040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53" name="Text 51"/>
          <p:cNvSpPr/>
          <p:nvPr/>
        </p:nvSpPr>
        <p:spPr>
          <a:xfrm>
            <a:off x="210312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接戦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749040" y="320040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55" name="Text 53"/>
          <p:cNvSpPr/>
          <p:nvPr/>
        </p:nvSpPr>
        <p:spPr>
          <a:xfrm>
            <a:off x="374904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解説者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394960" y="320040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57" name="Text 55"/>
          <p:cNvSpPr/>
          <p:nvPr/>
        </p:nvSpPr>
        <p:spPr>
          <a:xfrm>
            <a:off x="539496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飲み会ネタ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040880" y="320040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59" name="Text 57"/>
          <p:cNvSpPr/>
          <p:nvPr/>
        </p:nvSpPr>
        <p:spPr>
          <a:xfrm>
            <a:off x="704088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SNS映え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379476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3794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守備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103120" y="379476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63" name="Text 61"/>
          <p:cNvSpPr/>
          <p:nvPr/>
        </p:nvSpPr>
        <p:spPr>
          <a:xfrm>
            <a:off x="2103120" y="3794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終盤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749040" y="379476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65" name="Text 63"/>
          <p:cNvSpPr/>
          <p:nvPr/>
        </p:nvSpPr>
        <p:spPr>
          <a:xfrm>
            <a:off x="3749040" y="3794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選手本人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394960" y="379476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67" name="Text 65"/>
          <p:cNvSpPr/>
          <p:nvPr/>
        </p:nvSpPr>
        <p:spPr>
          <a:xfrm>
            <a:off x="5394960" y="3794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予習・復習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040880" y="3794760"/>
            <a:ext cx="155448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69" name="Text 67"/>
          <p:cNvSpPr/>
          <p:nvPr/>
        </p:nvSpPr>
        <p:spPr>
          <a:xfrm>
            <a:off x="7040880" y="3794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名場面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Day1の振り返り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昨日学んだこと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737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YouTube: 視聴履歴・視聴時間からおすすめ動画を自動選定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TikTok: スワイプ速度・視聴完了率で好みを即座に学習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Amazon: 閲覧・購入・カート放棄データでレコメンド（売上35%）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スポーツ: 選手ID・チームID・試合IDでデータが紐付く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位置データ: 投球座標、シュート位置、選手トラッキング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地域データ: 住所コード×業種で商圏分析が可能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BIツール体験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Looker Studioで棒グラフ・円グラフを作成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ディメンション（分類軸）と指標（数値）の設定を学習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今日（Day2）は、この知識を活かしてアイデアを形にしよう！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最終アウトプットの内容（例）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9834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※各グループで1枚作成　イメージのため項目の追加可能性有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777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サービスタイトル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0058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51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はじめてのスタジアム体験ナビ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（Stadium First Guide）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777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ペルソナが実現したいこと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51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友達と一緒に「映える」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新しい体験をしたい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691640"/>
            <a:ext cx="8412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691640"/>
            <a:ext cx="182880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2975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どんな課題を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（What）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173736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初観戦の人は、スタジアムで「何を楽しめばいいか」「どこで写真を撮ればいいか」が分からず、スポーツ観戦＝ルールを知らないと楽しめないと思い込んでいる。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※どんなデータから分かったか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選手プロフィールを分析→「推しやすい選手」（若手・地元出身など）の特徴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試合情報を分析→「盛り上がりやすい試合」（イベント開催日など）を特定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友達に「スタジアム行ってみない？」と誘われた時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SNSで観戦投稿を見て「楽しそう」と思った時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18288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2975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どんなデータで、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どんなツールで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選手プロフィール → 推しやすい選手をレコメンド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試合情報 → 初心者向けの盛り上がる試合を提案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選手成績 → 「この選手が活躍したら映える」瞬間を予測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182880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2975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40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どのように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解決できるか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（How）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3749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観戦前：選手データから「あなたの推し候補」を3人提案（年齢近い・地元出身など）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観戦当日：試合情報から「今日の映えポイント」を通知（応援タイム、グルメTOP3、フォトスポット）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観戦後：選手成績から「今日のハイライト」を自動生成、SNSシェア用テンプレートを提供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質問があればお気軽にどうぞ！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データ利活用のススメ</dc:title>
  <dc:subject>PptxGenJS Presentation</dc:subject>
  <dc:creator>NTT DXパートナー</dc:creator>
  <cp:lastModifiedBy>NTT DXパートナー</cp:lastModifiedBy>
  <cp:revision>1</cp:revision>
  <dcterms:created xsi:type="dcterms:W3CDTF">2026-01-30T11:27:29Z</dcterms:created>
  <dcterms:modified xsi:type="dcterms:W3CDTF">2026-01-30T11:27:29Z</dcterms:modified>
</cp:coreProperties>
</file>