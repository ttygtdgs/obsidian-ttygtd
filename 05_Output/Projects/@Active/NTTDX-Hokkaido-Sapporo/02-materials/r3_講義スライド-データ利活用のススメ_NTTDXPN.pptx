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2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379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6027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410196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65060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80836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株式会社NTT DXパートナー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アプリ開発、生成AI利活用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経歴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通信会社</a:t>
                      </a: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事業開発</a:t>
                      </a: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 → スタートアップ等でエンジニア、PM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今日はデータ分析の楽しさをお伝えします！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</a:t>
            </a:r>
            <a:r>
              <a:rPr lang="en-US" sz="1800" b="1" dirty="0" err="1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分で学ぶこと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490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</a:t>
            </a:r>
            <a:r>
              <a:rPr lang="en-US" sz="1200" dirty="0" err="1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X分</a:t>
            </a: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49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</a:t>
            </a:r>
            <a:r>
              <a:rPr lang="en-US" sz="1200" dirty="0" err="1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X分</a:t>
            </a: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BIツールの紹介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490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</a:t>
            </a:r>
            <a:r>
              <a:rPr lang="en-US" sz="1200" dirty="0" err="1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X分</a:t>
            </a: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490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</a:t>
            </a:r>
            <a:r>
              <a:rPr lang="en-US" sz="1200" dirty="0" err="1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X分</a:t>
            </a: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7490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</a:t>
            </a:r>
            <a:r>
              <a:rPr lang="en-US" sz="1200" dirty="0" err="1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X分</a:t>
            </a: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答えは簡単：皆さんの行動データを分析しているから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 → 課題 → データ → アプローチ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新しい動画を発見したいユーザー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見たい動画を探す手間がかかる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868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視聴履歴・視聴時間・スキップ位置・いいね/低評価・検索キーワード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好みに合った動画を自動おすすめ / 興味を引く広告を表示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4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平均視聴時間が大幅向上（気づいたら1時間...）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深掘り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どう考え、どう回しているか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仮説: クリック数→視聴時間に変えたら、良質なコンテンツが増えた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「視聴時間を10%増やす」をKPIに設定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平均セッション時間・離脱率を計測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スキマ時間を楽しみたいZ世代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短時間で楽しめるコンテンツがほしい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スワイプ速度・視聴完了率・繰り返し視聴・いいね/コメント/シェア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 Youページを即座にパーソナライズ / 最初の3秒で興味判定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3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</a:t>
            </a:r>
            <a:endParaRPr lang="en-US" sz="1400" dirty="0"/>
          </a:p>
        </p:txBody>
      </p:sp>
      <p:sp>
        <p:nvSpPr>
          <p:cNvPr id="5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ユーザーは「好き」と言わない。行動データから本音を読み取る設計が重要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買い物に迷っているユーザー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何を買えばいいかわからない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68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閲覧履歴・購入履歴・カート放棄・レビュー閲覧時間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「この商品を買った人は」レコメンド / パーソナライズされたトップページ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3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「買わなかった」データこそ宝。失敗・離脱のデータから改善のヒントが見つかる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誰に届ける？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solidFill>
            <a:srgbClr val="48FA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2834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834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937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何を使う？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7040880" y="1737360"/>
            <a:ext cx="1828800" cy="731520"/>
          </a:xfrm>
          <a:prstGeom prst="rect">
            <a:avLst/>
          </a:prstGeom>
          <a:solidFill>
            <a:srgbClr val="FCAE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40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どうやって？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今日使うデータの中身を知る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スポーツデータ（データスタジアム提供）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試合・選手成績・投打イベント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Jリーグサッカー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トラッキング・イベント・成績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秒間25フレームの位置情報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Bリーグバスケ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イベント・選手成績・試合情報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地域・事業所データ（iタウンページ提供）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822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標準出力データ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店舗・事業所の詳細情報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住所・業種・電話番号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統計情報データ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地域×業種の集計データ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商圏分析・マーケティング向け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データをグラフ・チャートで表示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フィルターで絞り込み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ダッシュボードとして共有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データ可視化の種類（基本編）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まず覚えたい4つの基本グラフ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項目ごとの数値を比べたい時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チーム別得点数、店舗別売上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時間による推移を見たい時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月別観客動員数、年度別業績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全体に対する割合を見たい時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ポジション別人数、業種別構成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2つの数値の関係を見たい時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身長×体重、価格×販売数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「何を伝えたいか」でグラフを選ぶ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データ可視化の種類（応用編）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より高度な分析に使うグラフ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密度・分布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位置や頻度の集中を見たい時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投球位置、選手の活動エリア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階層構成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カテゴリの入れ子構造を見たい時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地域×業種の店舗数分布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内訳比較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複数項目の合計と内訳を比べたい時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年度別の業種構成推移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バブルチャート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3変数比較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3つの数値を同時に見たい時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売上×利益×店舗数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地図（マップ）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地理分布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場所ごとのデータを見たい時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エリア別店舗密度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Looker Studioでもこれらのグラフが作れます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データセット別・おすすめグラフ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どのデータに、どのグラフを使う？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データセット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データの種類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おすすめグラフ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可視化の例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投球・打球位置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ヒートマップ、散布図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ストライクゾーン分析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選手成績（比較）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打率ランキング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エリア別成功率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iタウンページ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地図、ツリーマップ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札幌市の業種分布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業種別の増減トレンド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円グラフ、積み上げ棒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地域の業種構成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データの「何を見たいか」で、最適なグラフが変わる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ハンズオン開始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ゴール: 「選手の得点数を棒グラフで表示する」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準備済みのレポートを開く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508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 → Googleアカウントでログイン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データを確認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棒グラフを追加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「グラフを追加」→「棒グラフ」→ ディメンション:選手名、指標:得点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728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見た目を調整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 → 色変更 → タイトル追加 → 並び替え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は皆さんのデータを分析して価値を生んでいる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チームでアイデアを出し合う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データを可視化してみる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発表に向けて準備する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ペルソナ① 地域事業者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24681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山田 健一（48）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男性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北海道小樽市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妻、息子2人（高校生・中学生）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ドライブ、温泉巡り、地元の飲食店開拓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休日に家族で道内を回るうちに、地域ごとの雰囲気の違いに興味を持つようになった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飲食チェーンのエリアマネージャー。北海道エリア担当。既存店舗の管理と新規出店の企画を行っている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午前は本社でミーティング、午後は店舗巡回が多い。移動中は車内でラジオを聴くのが息抜き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土曜は息子の部活の送迎。日曜は妻と買い物に出かけ、気になる店があれば入ってみる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夕食後にテレビを見ながら晩酌する時間。最近は健康診断の数値が気になり控えめにしている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最近の関心事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来年度の出店計画を任されているが、候補地が多くて絞り込みに苦労している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情報収集の方法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業界紙や同業者との情報交換が中心。ネットで調べることもあるが、信頼できる情報か判断が難しい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経験則で判断してきたが、最近は外れることも増えてきた。若手にうまく説明できないのも困っている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ペルソナ② スポーツ観戦ライト層の学生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24681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 美咲（21）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女性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北海道札幌市（一人暮らし）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北海道旭川市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実家に両親と弟（高校生）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カフェ巡り、SNS投稿、友達との推し活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大学入学後、友達の影響でカフェ巡りを開始。映える写真を撮ってSNSに投稿するのが日課に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仕事（学業）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大学3年生（経済学部）。アルバイトは週3回カフェで勤務。就活を意識し始めている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授業→アルバイト→友達とカフェで勉強が基本パターン。移動中はSNSとYouTubeをチェック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友達と買い物やカフェ巡り。イベントがあれば参加するが、自分から探すことは少ない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友達と一緒に新しい体験をしている時間。SNSで「いいね」がもらえると嬉しい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スポーツとの関わり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運動部経験なし。友達に誘われれば観戦に行く程度。ルールはよく分からないが雰囲気は好き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スポーツ観戦との出会い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友達が推しの選手がいると言うので付き合いで観戦。スタジアムの雰囲気やフードが楽しくて意外とハマりそう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チケットの買い方や持ち物が分からない。一人で行く勇気はないし、ルールを知らないと恥ずかしい気がする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質問があればお気軽にどうぞ！</a:t>
            </a:r>
            <a:endParaRPr lang="en-US" sz="1800" dirty="0"/>
          </a:p>
        </p:txBody>
      </p:sp>
      <p:pic>
        <p:nvPicPr>
          <p:cNvPr id="5" name="Image 0" descr="/Users/user/.claude/skills/ntt-dxpartner-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474720"/>
            <a:ext cx="1929384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1165</Words>
  <Application>Microsoft Macintosh PowerPoint</Application>
  <PresentationFormat>画面に合わせる (16:9)</PresentationFormat>
  <Paragraphs>353</Paragraphs>
  <Slides>26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29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NTT DXパートナー</dc:creator>
  <cp:lastModifiedBy>後藤田 達哉</cp:lastModifiedBy>
  <cp:revision>2</cp:revision>
  <dcterms:created xsi:type="dcterms:W3CDTF">2026-01-19T01:19:52Z</dcterms:created>
  <dcterms:modified xsi:type="dcterms:W3CDTF">2026-01-19T01:27:01Z</dcterms:modified>
</cp:coreProperties>
</file>