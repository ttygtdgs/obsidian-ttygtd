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 操作ガイド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【画面の見方】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solidFill>
            <a:srgbClr val="E0E0E0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メニューバー（グラフを追加、表示、共有）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9144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031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パネル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25880" y="1554480"/>
            <a:ext cx="1828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1031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（レポート作成）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554480"/>
            <a:ext cx="1188720" cy="1828800"/>
          </a:xfrm>
          <a:prstGeom prst="rect">
            <a:avLst/>
          </a:prstGeom>
          <a:solidFill>
            <a:srgbClr val="C1E4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0116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プロパティ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パネル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（設定変更）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グラフを選択すると右側に設定パネルが出る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【よく使う操作】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41148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やりたいこと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操作方法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グラフを追加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「グラフを追加」→ 種類選択 → ドラッグ配置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データを変更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グラフ選択 → 右パネル「ディメンション」「指標」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フィルター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グラフ選択 → 右パネル「フィルター」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並び替え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グラフ選択 → 右パネル「並べ替え」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元に戻す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Ctrl + Z（Mac: Cmd + Z）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プレビュー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右上「表示」ボタン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663440" y="3429000"/>
            <a:ext cx="411480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3456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保存は自動！ 右上に「保存済み」と表示されます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66344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【困ったとき】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63440" y="4114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グラフが出ない → ディメンションと指標を両方設定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消してしまった → Ctrl+Z で元に戻る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表示がおかしい → 右上「表示」で確認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ディメンションと指標を理解しよう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Studioでグラフを作るとき、必ず「ディメンション」と「指標」を設定します。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124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ディメンション（緑色で表示）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＝「分類・グループ分け」に使う項目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8745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選手名（誰？）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チーム名（どのチーム？）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業種（何の業界？）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日付（いつ？）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地域・エリア（どこ？）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023360" cy="457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54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見分け方: 「〇〇ごとに」と言えるもの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例）選手ごとに、チームごとに、日付ごとに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124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指標（青色で表示）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＝「数えたり計算したりする」数値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8745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得点（何点？）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出場時間（何分？）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件数（いくつ？）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売上金額（いくら？）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平均値・合計値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023360" cy="4572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54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見分け方: 「合計」「平均」「最大」できるもの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例）得点の合計、出場時間の平均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覚え方のコツ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グラフの「軸」や「分類」になるもの → ディメンション（緑）　　　グラフの「棒の高さ」や「数字」になるもの → 指標（青）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例）「チームごとの得点合計」を棒グラフにしたい → ディメンション＝チーム名、指標＝得点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よく使う4つのグラフ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「グラフを追加」から選べる、実務でよく使うグラフ4種類を紹介します。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698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表（テーブル）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4114800" cy="114300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データを一覧で表示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737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使い所: 件数・金額などの詳細確認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例）選手別の得点一覧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698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棒グラフ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114800" cy="114300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数値の大小を比較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737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使い所: ランキング、比較分析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11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例）チーム別の総得点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670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円グラフ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4114800" cy="114300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63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割合・構成比を表示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使い所: シェア、内訳の把握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611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例）業種別の店舗数割合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651760"/>
            <a:ext cx="4114800" cy="3200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670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スコアカード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2971800"/>
            <a:ext cx="4114800" cy="114300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063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数値だけをシンプルに表示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使い所: 重要指標の強調表示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611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例）総得点「1,234点」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共通手順: 「グラフを追加」→ 種類を選択 → キャンバス上でクリックして配置 → 右パネルで設定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表（テーブル）の作り方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データを一覧表示したいときは「表」を使います。選手一覧や店舗リストなど。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作成手順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「グラフを追加」をクリック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「表」を選択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キャンバス上でクリックして配置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右パネルの「設定」タブで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ディメンション（行の項目）を追加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337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指標（表示したい数値）を追加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1508760"/>
            <a:ext cx="4114800" cy="2468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【選手別成績表を作る場合】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ディメンション（緑）: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148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選手名　→ 行ごとに1選手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468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指標（青）: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2697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得点、出場時間、アシスト数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→ 列として数値を表示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200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結果イメージ: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429000"/>
          <a:ext cx="3931920" cy="50292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371600"/>
              </a:tblGrid>
              <a:tr h="125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選手名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得点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出場時間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田中 太郎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35分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鈴木 次郎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42分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...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...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...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4160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ポイント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指標を複数追加すると列が増えます。「行数」設定で表示件数を制限できます（例：上位10件）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棒グラフ・円グラフの作り方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棒グラフ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23444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1234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「グラフを追加」→「棒グラフ」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764792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764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17647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キャンバス上でクリックして配置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295144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295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2951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ディメンション（緑）を設定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→ 横軸（例：チーム名、選手名）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25496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25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282549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指標（青）を設定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→ 棒の高さ（例：得点、件数）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411480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使い所：大小の比較、ランキング表示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例）チーム別得点、月別売上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777240"/>
            <a:ext cx="411480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円グラフ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123444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1234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「グラフを追加」→「円グラフ」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764792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764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17647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キャンバス上でクリックして配置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295144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295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74920" y="22951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ディメンション（緑）を設定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→ 分類（例：業種、ポジション）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825496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2825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74920" y="282549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指標（青）を設定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→ 割合の元になる数値（例：件数）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383280"/>
            <a:ext cx="411480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使い所：割合・構成比の表示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例）業種別シェア、ポジション別人数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グラフが表示されないとき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ディメンション（緑）と指標（青）が両方設定されているか確認！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片方だけだとグラフは表示されません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スコアカードの使い方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数値だけをシンプルに表示したいときは「スコアカード」を使います。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スコアカードとは？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4114800" cy="1645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重要な数値を大きく表示する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シンプルなグラフです。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210312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148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総得点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1,234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作成手順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50876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「グラフを追加」→「スコアカード」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キャンバス上でクリックして配置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51460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指標（青）を設定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→ 表示したい数値（例：得点の合計）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320040" cy="3200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※ディメンションは不要です！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【こんなときに使う】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520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KPIや目標数値を目立たせたい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「合計〇〇件」などシンプルに表示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ダッシュボードの見出し的に使う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スコアカードは「指標だけ」で使える唯一のグラフ！ディメンションは設定不要です。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フィルターと並べ替えを使おう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フィルター（データを絞り込む）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234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508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グラフをクリックして選択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右パネルの「設定」タブを開く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「フィルター」の「+フィルターを追加」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条件を設定（例：チーム＝○○）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特定のチームだけ表示したい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「飲食店」だけに絞りたい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○月以降のデータだけ見たい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411480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並べ替え（順番を変える）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1234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508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グラフをクリックして選択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右パネルの「設定」タブを開く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「並べ替え」の項目を選択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昇順（小→大）or 降順（大→小）を選ぶ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7432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得点が多い順に並べたい → 降順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名前順（あいうえお順）にしたい → 昇順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上位10件だけ表示したい → 行数制限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表示件数を制限する方法（トップ10など）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右パネル →「設定」タブ →「行数」で数字を入力（例：10）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並べ替えと組み合わせると「得点トップ10」などが作れる！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困ったときの対処法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Q: グラフが表示されない・エラーが出る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1430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ディメンションと指標が両方設定されているか確認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データソースが正しく接続されているか確認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一度グラフを削除して、新しく作り直す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83664"/>
            <a:ext cx="841248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11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Q: データが更新されない・古いまま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24942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ブラウザを「スーパーリロード」する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 Windows: Shift + 更新ボタン または Ctrl + Shift + 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 Mac: Shift + 更新ボタン または Cmd + Shift + 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8412480" cy="3200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Q: 間違えて消してしまった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5584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すぐに Ctrl + Z（Mac: Cmd + Z）で元に戻す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何度も押せば、複数の操作を戻せます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841248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227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Q: 表示がおかしい・レイアウトが崩れる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6110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右上の「表示」ボタンでプレビュー確認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グラフのサイズや位置を調整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41148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迷ったら → グラフを選択して右パネルを確認！ 設定は全て右側で変更できます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便利なショートカットキー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40233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804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Windows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402336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操作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キー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元に戻す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Ctrl + Z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やり直す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Ctrl + Y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コピー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Ctrl + 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貼り付け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Ctrl + V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全選択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Ctrl + 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保存（自動）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自動保存されます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スーパーリロード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Ctrl + Shift + R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754880" y="777240"/>
            <a:ext cx="40233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804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Mac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402336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操作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キー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元に戻す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Cmd + Z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やり直す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Cmd + Shift + Z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コピー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Cmd + 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貼り付け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Cmd + V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全選択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Cmd + 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保存（自動）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自動保存されます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スーパーリロード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Cmd + Shift + R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【覚えておくと便利】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Ctrl + Z（Cmd + Z）の「元に戻す」は最もよく使うショートカット！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間違えたらすぐ Ctrl + Z を押す習慣をつけよう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保存は自動なので、作業中に何もする必要はありません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2026-01-30T10:18:11Z</dcterms:created>
  <dcterms:modified xsi:type="dcterms:W3CDTF">2026-01-30T10:18:11Z</dcterms:modified>
</cp:coreProperties>
</file>