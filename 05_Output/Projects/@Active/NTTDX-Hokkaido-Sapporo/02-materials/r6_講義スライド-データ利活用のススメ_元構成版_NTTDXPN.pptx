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4904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4904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通信会社の営業/事業推進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45分で学ぶこと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（20分）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（8分）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（5分）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フィルター・ソート・期間変更を体験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（2分）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どう考え、どう回しているか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仮説: クリック数→視聴時間に変えたら、良質なコンテンツが増えた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「視聴時間を10%増やす」をKPIに設定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平均セッション時間・離脱率を計測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この講義では「ペルソナ」と「データ」を理解 → 課題解決のヒントを見つける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スポーツデータ（データスタジアム提供）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試合・選手成績・投打イベント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トラッキング・イベント・成績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秒間25フレームの位置情報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イベント・選手成績・試合情報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地域・事業所データ（iタウンページ提供）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標準出力データ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店舗・事業所の詳細情報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住所・業種・電話番号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商圏分析・マーケティング向け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560320"/>
                <a:gridCol w="25603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2860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チームでBIツールを操作してみよう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チームでBIツールを触ってみよう！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今日体験する3つの操作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🔍 フィルター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「土曜日だけ」「ホーム戦だけ」など条件で絞り込む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↕️ ソート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「観客数が多い順」など並び替える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📅 期間変更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「2023年」「2024年」など年度を切り替える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チームで「どの条件で絞り込むか」話し合いながら操作しよう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フィルター体験（3分）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曜日で絞り込み → 土日のデータだけ表示して比較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ソート体験（3分）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観客動員数で降順ソート → 人気カードを発見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期間変更体験（3分）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年度を切り替え → 傾向の変化を確認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自由探索（残り時間）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チームで気になるデータを探索 → 発見を共有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フィルター・ソート・期間変更でデータを探索できるようになった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健一（52歳）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北海道札幌市中央区（持ち家・築30年の一軒家、ローン完済済み）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北海道札幌市（生まれも育ちも札幌、地元への愛着が強い）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妻・恵子（50歳・店の経理と接客を担当）、娘・美穂（26歳・東京のIT企業で会社員、年2回帰省）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釣り（支笏湖でトラウト、石狩川でサケ釣り）、道内の蕎麦屋巡り（年間30店舗以上訪問）、町内会の夏祭り実行委員、野球観戦（ファイターズの年間シート保有歴10年）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小学生の頃、父親に連れられて始めた釣りが今も続いている。蕎麦は30代の頃、自分の店の味を磨くために全国の名店を食べ歩き始めた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内で蕎麦屋「山田庵」を2店舗経営。1号店（中央区南3条）は父から継いで創業25年、常連客中心で1日平均80名来客。2号店（北区麻生）は5年前にオープン、ショッピングモール近くでファミリー層向け、1日平均120名来客。従業員は妻と正社員1名、パート3名。年商は2店舗合計で約4,500万円。蕎麦粉は幌加内産にこだわ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朝5時起床、5時半から1号店で仕込み開始（出汁取り、麺打ち、天ぷら用野菜のカット）。11時開店、14時に昼のピークが終わったら車で2号店へ移動して様子確認とスタッフ指導。16時に1号店に戻り、17時から夜営業、20時閉店。21時帰宅、妻と夕食を取りながらニュースと野球中継を見て23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曜定休。午前は自宅で経理作業（手書きの売上帳簿をExcelに転記、妻に教わりながら）や仕入れ先との電話打ち合わせ。午後は妻とイオンで買い物するか、天気が良ければ一人で支笏湖へ釣りに出かける。月1回は商工会の集まり（情報交換と懇親会）に参加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閉店後に常連さんと少しだけ話す時間が一番好き。「また来るよ」「今日も美味しかった」「孫を連れてくるね」と言われると、この仕事を続けてきて本当に良かったと感じる。父から継いだ店を守れていることに誇りを持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号店が軌道に乗ってきたので、3店舗目を出すかどうか真剣に検討中。候補地は琴似（学生・単身者が多い）か新札幌（再開発で人口増加中）で迷っている。娘に「人口動態や競合店のデータを見て決めたら？」と言われたが、何のデータをどこで見ればいいの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工会の集まりや同業者からの口コミが頼り。「あのエリアは最近人が増えてるらしい」という噂話で判断することが多い。ネットは苦手で、調べ物があると娘にLINEで聞く。スマホは持っているが、使うのはLINEと天気予報、たまにYahooニュースを見る程度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口が減っているエリアもある」とニュースで聞くが、自分の商圏でどうなのか実感がわかない。25年の経験と勘だけで3店舗目の場所を決めていいのか不安。また、最近は若い世代（20-30代）の来客が減っている気がする。娘に「InstagramやGoogleマップの口コミが大事だよ」と言われたが、やり方が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北海道札幌市北区（北大近くのワンルーム・家賃4.5万円・一人暮らし3年目）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北海道旭川市（帰省は年3回程度）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実家に父（53歳・市役所）、母（50歳・パート）、弟（17歳・高校サッカー部）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カフェ巡り（月8回以上）、Instagram（フォロワー約520人）、推し活（K-POP）、Netflix、コスメ収集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大学入学後、友達の影響でカフェ巡りを開始。映える写真をInstagramに投稿したら反応が良くて楽しくなった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大学経済学部3年生。ゼミは消費者行動論・マーケティング専攻で、卒論テーマは「SNSが購買行動に与える影響」を検討中。成績は中の上でGPAは2.8。週3回（火・木・土）大学近くのおしゃれカフェでバイト（時給980円・月収約5万円）。就活を意識し始め、夏のインターンに食品メーカーと広告代理店の2社に応募、1社は書類通過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時起床、9時から授業（週4日、1日2-3コマ）。空きコマは図書館かカフェで課題。14時頃に授業終了、バイトがある日は16時〜21時勤務。移動中（地下鉄で片道15分）はInstagram・TikTok・YouTubeをひたすらチェック（1日のスクリーンタイム平均4時間）。帰宅後は自炊、お風呂、寝る前にNetflixで韓国ドラマを1話見るのが日課。24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時起床、ゆっくり準備して13時頃から友達と札幌駅周辺（ステラプレイス、大丸、パルコ）で買い物やカフェ巡り。新しくできた店は必ずチェックして写真を撮る。17時頃に解散、夜は一人でNetflix。自分からイベントを探すより、友達の誘いやSNSで流れてきた情報で動くことが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が一番楽しい。初めてのカフェ、初めての場所、初めての食べ物。Instagramで「いいね」が50以上、できれば100以上もらえるとテンションが上がる。ストーリーズで日常をシェアして、友達から「いいな〜」とDMが来ると嬉し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分自身は運動部経験なし（中学は吹奏楽部でクラリネット担当、高校は帰宅部）。体育の授業は苦手だった。友達に誘われれば観戦に付き合う程度で、正直ルールはよく分からない。でもスタジアムの雰囲気、みんなで応援する一体感、おいしいスタジアムグルメは好き。弟が小学生からサッカーをしていて、サッカーのルールは少しだけ分か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2年の冬、同じゼミの友達が「推しの選手がいるから一緒に行こう」と誘ってきて、Bリーグ（レバンガ北海道）を観戦。最初は「バスケのルール分からないし、あんまり乗り気じゃないな」と思っていた。でも実際に行ってみたら、会場の雰囲気が想像以上に楽しく、チアのダンスがかっこよく、スタジアムフードのザンギが美味しくて、意外とハマりそう。選手のInstagramをフォロー開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観戦に行きたいけど、チケットの買い方（どのサイト？席の種類は？）や持ち物（双眼鏡？タオル？）が分からない。友達と一緒じゃないと行く勇気が出ない。ルールを知らないまま行って周りの人に「にわかファン」と思われたら恥ずかしい。もっと詳しくなりたいが、何から始めればいい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Day1の振り返り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昨日学んだこと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YouTube: 視聴履歴・視聴時間からおすすめ動画を自動選定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TikTok: スワイプ速度・視聴完了率で好みを即座に学習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Amazon: 閲覧・購入・カート放棄データでレコメンド（売上35%）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スポーツ: 選手ID・チームID・試合IDでデータが紐付く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位置データ: 投球座標、シュート位置、選手トラッキング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地域データ: 住所コード×業種で商圏分析が可能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BIツール体験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Looker Studioで棒グラフ・円グラフを作成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ディメンション（分類軸）と指標（数値）の設定を学習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今日（Day2）は、この知識を活かしてアイデアを形にしよう！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NTT DXパートナー</cp:lastModifiedBy>
  <cp:revision>1</cp:revision>
  <dcterms:created xsi:type="dcterms:W3CDTF">2026-01-26T00:04:46Z</dcterms:created>
  <dcterms:modified xsi:type="dcterms:W3CDTF">2026-01-26T00:04:46Z</dcterms:modified>
</cp:coreProperties>
</file>