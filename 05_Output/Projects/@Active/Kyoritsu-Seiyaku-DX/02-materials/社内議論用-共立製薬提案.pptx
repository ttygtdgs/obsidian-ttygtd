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共立製薬株式会社 様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スコアシートDX提案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【社内議論用】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案件の経緯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当初は映像データの異常検知から始まった案件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クライアント都合等により、現在はスコアシートDXに落ち着いた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案件の変遷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71600" y="329184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映像データ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異常検知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0" y="3383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029200" y="329184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156082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クライアント都合等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今回の相談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現状、先方との会話を踏まえて 2つの提案 を検討中。その内容や進め方について相談したい。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828800"/>
            <a:ext cx="40233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スコアシートDX化（OCR）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51460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紙のスコアシート → Excel転記の自動化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【相談事項】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スコープの切り方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環境（AWS vs GCP）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OCRエンジンの選定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精度の合格基準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8288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828800"/>
            <a:ext cx="402336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30352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データ基盤構築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46320" y="251460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ExcelデータをSnowflakeへ格納し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利活用基盤を構築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4632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【相談事項】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方向性の確認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社内知見の共有依頼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相談①：本番運用フロー・スコープ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紙に記入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1280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94560" y="123444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/>
        </p:spPr>
      </p:sp>
      <p:sp>
        <p:nvSpPr>
          <p:cNvPr id="10" name="Text 7"/>
          <p:cNvSpPr/>
          <p:nvPr/>
        </p:nvSpPr>
        <p:spPr>
          <a:xfrm>
            <a:off x="219456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Excel転記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(手作業)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本番運用フロー（想定）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234440"/>
            <a:ext cx="731520" cy="4572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5780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1234440"/>
            <a:ext cx="731520" cy="4572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スキャン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8076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1234440"/>
            <a:ext cx="731520" cy="4572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0372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040880" y="1234440"/>
            <a:ext cx="731520" cy="457200"/>
          </a:xfrm>
          <a:prstGeom prst="roundRect">
            <a:avLst>
              <a:gd name="adj" fmla="val 6000"/>
            </a:avLst>
          </a:prstGeom>
          <a:solidFill>
            <a:srgbClr val="6CE6E8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確認UI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2668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55280" y="1234440"/>
            <a:ext cx="731520" cy="4572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/>
        </p:spPr>
      </p:sp>
      <p:sp>
        <p:nvSpPr>
          <p:cNvPr id="25" name="Text 22"/>
          <p:cNvSpPr/>
          <p:nvPr/>
        </p:nvSpPr>
        <p:spPr>
          <a:xfrm>
            <a:off x="795528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 / 本番のスコープ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1920240"/>
        </p:xfrm>
        <a:graphic>
          <a:graphicData uri="http://schemas.openxmlformats.org/drawingml/2006/table">
            <a:tbl>
              <a:tblPr/>
              <a:tblGrid>
                <a:gridCol w="5029200"/>
                <a:gridCol w="1600200"/>
                <a:gridCol w="1600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機能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OCR精度評価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精度レポート・Go/No-Go判断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PDFアップロード機能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OCR処理（Document AI）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確認UI（低信頼度ハイライト・手動補正）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Excel出力（既存フォーマット準拠）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008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【相談】PoCで確認UIまで含める形で進めたいが、問題ないか？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相談①：PoCスケジュール（1ヶ月）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0"/>
                <a:gridCol w="1645920"/>
              </a:tblGrid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Week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タスク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Week 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キックオフMTG（スコープ確認）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両社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サンプルPDF提供（10-20件）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GCP環境構築、Document AI設定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Week 2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OCR処理パイプライン実装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精度評価（項目抽出精度の測定）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中間報告MTG（精度状況共有）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両社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Week 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簡易確認UI開発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OCR結果の表示・補正機能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Week 4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精度レポート作成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最終報告MTG（Go/No-Go判断）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両社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MTG: 計3回（キックオフ、中間報告、最終報告）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相談①：環境・精度基準について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73152" cy="18288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【相談】環境について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4173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クライアントはAWSを利用中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ただし、OCR精度が高いと思われる GCP（Document AI） で検証を進めたい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PoCの評価が良ければ、弊社GCP環境で納品しランニング費用をいただく形でよいか？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4023360" cy="10972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【確認】OCRエンジン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OCR精度が高いのはGoogle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（Document AI）という認識で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合っているか？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特に手書き認識において優位と想定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926080"/>
            <a:ext cx="402336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【相談】精度の合格基準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PoCで「精度X%以上なら本開発に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進む」という基準を事前に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定めておくか？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定める場合、どのレベルが妥当か？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相談②：データ基盤構築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先方の環境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AWS・Snowflake を利用中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本番運用フロー（想定）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945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51760" y="23774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156082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格納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スクリプト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846320" y="23774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040880" y="23774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6CE6E8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自然言語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検索UI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ITリテラシーが低めの部署でも使える形でデータを引き出せるようにする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PoC/本番の詳細スコープは今後検討（今回は方向性の相談）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【相談】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3977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この方向性で問題ないか？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費用・ビジネスモデル：先方の社内環境に構築（権限をもらい先方内で構築）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情シスとの議論は手弁当、構築部分から費用を取る形でよいか？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社内でSnowflakeなどデータ基盤構築の経験・実績はあるか？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548640"/>
                <a:gridCol w="54864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状態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相談①の方針決定（スコープ・環境）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相談②の方針決定・社内知見確認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クライアントへ提案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【社内議論用】共立製薬 スコアシートDX提案</dc:title>
  <dc:subject>PptxGenJS Presentation</dc:subject>
  <dc:creator>NTT DXパートナー</dc:creator>
  <cp:lastModifiedBy>NTT DXパートナー</cp:lastModifiedBy>
  <cp:revision>1</cp:revision>
  <dcterms:created xsi:type="dcterms:W3CDTF">2026-01-29T06:32:11Z</dcterms:created>
  <dcterms:modified xsi:type="dcterms:W3CDTF">2026-01-29T06:32:11Z</dcterms:modified>
</cp:coreProperties>
</file>