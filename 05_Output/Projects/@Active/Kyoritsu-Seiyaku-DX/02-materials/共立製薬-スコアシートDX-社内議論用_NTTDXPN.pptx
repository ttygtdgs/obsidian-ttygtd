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共立製薬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スコアシートDX提案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社内議論用資料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2026年1月</a:t>
            </a:r>
            <a:endParaRPr lang="en-US" sz="1200" dirty="0"/>
          </a:p>
        </p:txBody>
      </p:sp>
      <p:pic>
        <p:nvPicPr>
          <p:cNvPr id="7" name="Image 1" descr="/Users/user/.claude/skills/ntt-dxpartner-pptx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114800"/>
            <a:ext cx="182880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今回の議論フォーカス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提案する2つの施策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1828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議論①  進め方のパターン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2240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議論②  OCRのデリバリー方法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9728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OCRの段階的提案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864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9728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0  精度検証について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864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9728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議論③  データ基盤の進め方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8640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97280" y="3886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次のアクション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今回の議論フォーカス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234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9436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OCRのデリバリー方法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2194560"/>
            <a:ext cx="237744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・先方環境（AWS）で構築するか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・弊社環境（GCP）で構築するか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00584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005840"/>
            <a:ext cx="265176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4" name="Text 11"/>
          <p:cNvSpPr/>
          <p:nvPr/>
        </p:nvSpPr>
        <p:spPr>
          <a:xfrm>
            <a:off x="3429000" y="1234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2900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OCRのスコープ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429000" y="2194560"/>
            <a:ext cx="237744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4"/>
          <p:cNvSpPr/>
          <p:nvPr/>
        </p:nvSpPr>
        <p:spPr>
          <a:xfrm>
            <a:off x="342900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・どこまでの機能を含めるか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429000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・段階的な提案の検討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26480" y="100584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21" name="Text 18"/>
          <p:cNvSpPr/>
          <p:nvPr/>
        </p:nvSpPr>
        <p:spPr>
          <a:xfrm>
            <a:off x="6263640" y="1234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26364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データ基盤の進め方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263640" y="2194560"/>
            <a:ext cx="237744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・OCRと並行したいが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63640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・今年度契約は時期的に厳しい？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提案する2つの施策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4023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73152" cy="21945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143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OCR自動化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1874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紙のスコアシート → PDF → Excel への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転記作業を半自動化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期間：PoC 2ヶ月 + 本開発 3-4ヶ月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費用：XXX万円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005840"/>
            <a:ext cx="4023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05840"/>
            <a:ext cx="73152" cy="219456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1143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C5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施策②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データ基盤構築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92040" y="1874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Excelデータをインポートし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可視化・分析できる基盤を構築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9204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期間：2ヶ月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費用：XX万円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OCRは完全自動化ではなく、confidence（信頼度）を活用した半自動化システム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議論①  進め方のパターン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パターン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今期（〜3月）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来年度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今期費用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  OCR先行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PoC + 本開発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データ基盤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XXX万円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転記削減を早期実現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  データ基盤先行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データ基盤のみ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OCR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XX万円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技術リスク低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  両方今期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OCR + データ基盤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XXX万円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一括導入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  段階的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PoCのみ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本開発+基盤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X万円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契約手続き容易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008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パターンD（段階的）のメリット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0080" y="3429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今年度の契約手続き（〜3月）に時間的制約がある場合に対応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PoCで精度検証してから本開発に進める（リスク低減）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今期費用を抑え、来年度に本格予算を確保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議論②  OCRのデリバリー方法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6012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960120"/>
            <a:ext cx="2651760" cy="4572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05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パターンA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弊社GCP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OCR: Document AI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331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SaaS型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月額利用料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91840" y="96012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960120"/>
            <a:ext cx="2651760" cy="4572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4" name="Text 11"/>
          <p:cNvSpPr/>
          <p:nvPr/>
        </p:nvSpPr>
        <p:spPr>
          <a:xfrm>
            <a:off x="3291840" y="1005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パターンB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8328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先方AWS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 GCP API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8328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OCR: Document AI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2331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納品型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8328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2クラウド構成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26480" y="96012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26480" y="960120"/>
            <a:ext cx="2651760" cy="4572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1005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パターンC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1792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先方AWS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完全構築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1792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OCR: Textract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17920" y="2331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納品型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1792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単一クラウド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判断のポイント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3566160"/>
            <a:ext cx="822960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3657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先方のクラウド環境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3931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AWS利用中か？ → 要確認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291840" y="3657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手書き認識精度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291840" y="3931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Document AI &gt; Textract（要検証）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126480" y="3657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弊社ノウハウ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126480" y="3931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Textract経験者 → 社内確認必要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OCRの段階的提案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320040" y="100584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1097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スキャン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508760" y="1143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737360" y="100584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156082"/>
          </a:solidFill>
          <a:ln/>
        </p:spPr>
      </p:sp>
      <p:sp>
        <p:nvSpPr>
          <p:cNvPr id="9" name="Text 6"/>
          <p:cNvSpPr/>
          <p:nvPr/>
        </p:nvSpPr>
        <p:spPr>
          <a:xfrm>
            <a:off x="1737360" y="1097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アップロード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926080" y="1143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154680" y="100584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156082"/>
          </a:solidFill>
          <a:ln/>
        </p:spPr>
      </p:sp>
      <p:sp>
        <p:nvSpPr>
          <p:cNvPr id="12" name="Text 9"/>
          <p:cNvSpPr/>
          <p:nvPr/>
        </p:nvSpPr>
        <p:spPr>
          <a:xfrm>
            <a:off x="3154680" y="1097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OCR処理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43400" y="1143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0" y="100584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156082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0" y="1097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マージ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60720" y="1143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989320" y="100584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156082"/>
          </a:solidFill>
          <a:ln/>
        </p:spPr>
      </p:sp>
      <p:sp>
        <p:nvSpPr>
          <p:cNvPr id="18" name="Text 15"/>
          <p:cNvSpPr/>
          <p:nvPr/>
        </p:nvSpPr>
        <p:spPr>
          <a:xfrm>
            <a:off x="5989320" y="1097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確認UI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178040" y="1143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06640" y="100584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156082"/>
          </a:solidFill>
          <a:ln/>
        </p:spPr>
      </p:sp>
      <p:sp>
        <p:nvSpPr>
          <p:cNvPr id="21" name="Text 18"/>
          <p:cNvSpPr/>
          <p:nvPr/>
        </p:nvSpPr>
        <p:spPr>
          <a:xfrm>
            <a:off x="7406640" y="1097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Excel出力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16916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※スキャンは複合機を使用（システム外）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219456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914400"/>
                <a:gridCol w="822960"/>
                <a:gridCol w="48463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Phase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費用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含まれる機能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精度検証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2-4週間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X万円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サンプルPDFでOCR精度を検証、Go/No-Go判断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基本OCR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1-2ヶ月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XX万円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OCR + 確認UI + Excel出力（マージなし）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マージ追加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+1ヶ月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+X万円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動物IDごとのマージ・シート分け機能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フル機能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+1-2ヶ月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+XX万円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バッチ処理、Dropbox連携、ユーザー認証等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0  精度検証について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7680960" y="274320"/>
            <a:ext cx="91440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2926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推奨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概要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1371600"/>
            <a:ext cx="374904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4630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60020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OCR精度が実用レベルか検証し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本開発に進むかを判断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インプット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60020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サンプルPDF 10-20件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アウトプット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600200" y="2377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精度レポート、Go/No-Go判断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本開発見積もり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" y="28346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期間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60020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2〜4週間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" y="32918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600200" y="3291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X万円（検証作業費用のみ）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960120"/>
            <a:ext cx="402336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判断基準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00600" y="1371600"/>
            <a:ext cx="374904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Shape 20"/>
          <p:cNvSpPr/>
          <p:nvPr/>
        </p:nvSpPr>
        <p:spPr>
          <a:xfrm>
            <a:off x="4800600" y="1508760"/>
            <a:ext cx="374904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1"/>
          <p:cNvSpPr/>
          <p:nvPr/>
        </p:nvSpPr>
        <p:spPr>
          <a:xfrm>
            <a:off x="4892040" y="1600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80%以上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4360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Phase 1へ進む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800600" y="2240280"/>
            <a:ext cx="374904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7" name="Text 24"/>
          <p:cNvSpPr/>
          <p:nvPr/>
        </p:nvSpPr>
        <p:spPr>
          <a:xfrm>
            <a:off x="489204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F1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60-80%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943600" y="2286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7F1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帳票改善・追加学習で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7F1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改善見込みあれば継続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00600" y="2971800"/>
            <a:ext cx="374904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0" name="Text 27"/>
          <p:cNvSpPr/>
          <p:nvPr/>
        </p:nvSpPr>
        <p:spPr>
          <a:xfrm>
            <a:off x="489204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60%未満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943600" y="3017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手書きOCR適用は困難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別アプローチ検討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項目抽出精度（フィールド単位での正解率）を基準とする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議論③  データ基盤の進め方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現状認識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OCRと並行してデータ基盤も進めたい意向あり。ただし、今年度契約（〜3月）はスピード感的に厳しい可能性。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今期にデータ基盤も契約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83464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今期: OCR PoC + データ基盤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83464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来年度: OCR本開発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0352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データ管理を早期に改善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8229600" cy="73152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来年度に一括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83464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今期: OCR PoCのみ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83464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来年度: 本開発 + データ基盤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30352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契約手続きがシンプル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749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1440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クライアントに確認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83464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今期: 要相談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83464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来年度: 要相談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0352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先方の意向を優先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クライアントへの確認事項：データ基盤の優先度、今期予算の余裕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次のアクション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60120"/>
            <a:ext cx="8229600" cy="182880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今回の議論で決めたいこと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1417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推奨パターンの決定（A / B / C / D / 選択を委ねる）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1737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OCRデリバリー方法の方針（弊社GCP / 先方AWS+GCP / 先方AWS完全）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057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OCRスコープの方針（Phase 0から始めるか）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データ基盤の進め方（今期並行 or 来年度）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その後のアクション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246120"/>
            <a:ext cx="8229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●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社内確認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73736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Textractノウハウ（経験者の有無）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6344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●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9204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見積作成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各パターン別に費用算出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●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" y="3931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体制確定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73736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担当PMのアサイン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66344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●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92040" y="3931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顧客対応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94360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MTG日程打診、クラウド環境確認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ご意見をお願いします</a:t>
            </a:r>
            <a:endParaRPr lang="en-US" sz="3200" dirty="0"/>
          </a:p>
        </p:txBody>
      </p:sp>
      <p:pic>
        <p:nvPicPr>
          <p:cNvPr id="4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200400"/>
            <a:ext cx="192024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共立製薬 スコアシートDX提案 社内議論用</dc:title>
  <dc:subject>PptxGenJS Presentation</dc:subject>
  <dc:creator>NTT DXパートナー</dc:creator>
  <cp:lastModifiedBy>NTT DXパートナー</cp:lastModifiedBy>
  <cp:revision>1</cp:revision>
  <dcterms:created xsi:type="dcterms:W3CDTF">2026-01-14T07:40:10Z</dcterms:created>
  <dcterms:modified xsi:type="dcterms:W3CDTF">2026-01-14T07:40:10Z</dcterms:modified>
</cp:coreProperties>
</file>