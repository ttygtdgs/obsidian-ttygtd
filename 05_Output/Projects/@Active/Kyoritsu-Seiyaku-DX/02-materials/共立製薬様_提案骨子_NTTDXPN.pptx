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6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DE59-3AEC-A352-E79C-0287063C8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D44E0-425D-B8A5-F5D6-13711F319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B6EEB-A1F9-74F1-3633-BAE8EE3EB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5BD4A-4487-622D-36D0-A409DD143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766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共立製薬様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</a:t>
            </a: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</a:t>
            </a:r>
            <a:r>
              <a:rPr lang="en-US" sz="2400" b="1" dirty="0" err="1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データ基盤構築</a:t>
            </a: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ご提案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実施イメージ・進め方・スケジュールのご説明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本日のアジェンダ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提案1: スコアシートDX化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実施イメージ、進め方、スケジュール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73152" cy="10058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提案2: データ基盤構築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概要、活用イメージのすりあわせ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73152" cy="10058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次のステップ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合意事項、アクション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提案1: スコアシートDX化 - 実施イメージ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紙スコアシート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 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手作業でExcel転記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1645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紙スコアシート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 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LLM / AI-OCR </a:t>
            </a:r>
            <a:r>
              <a:rPr lang="en-US" sz="1300" dirty="0" err="1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自動読取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 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確認・修正 → Excel出力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AI-OCR/</a:t>
            </a:r>
            <a:r>
              <a:rPr lang="en-US" sz="1200" dirty="0" err="1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LLMで自動読取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</a:t>
            </a:r>
            <a:r>
              <a:rPr lang="en-US" sz="1200" dirty="0" err="1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転記作業の効率化を目指す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既存のExcelフォーマットをそのまま出力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AC34A-9C20-E634-FFE0-719990E8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8DD89D-962D-6CED-6E23-7877A5C3265E}"/>
              </a:ext>
            </a:extLst>
          </p:cNvPr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提案1: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スコアシートDX化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eiryo UI" pitchFamily="34" charset="0"/>
                <a:ea typeface="Meiryo UI" pitchFamily="34" charset="-122"/>
                <a:cs typeface="Meiryo UI" pitchFamily="34" charset="-120"/>
              </a:rPr>
              <a:t> –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デモ画面イメージ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526B37-6AB7-507C-FB1F-C312EAE816AB}"/>
              </a:ext>
            </a:extLst>
          </p:cNvPr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78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提案1: スコアシートDX化 - 進め方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2段階アプローチ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1: PoC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Xヶ月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56616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AI-OCR/LLM精度検証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デモシステム構築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Go/No-Go判断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393192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2: 本開発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Xヶ月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920240"/>
            <a:ext cx="356616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本番システム構築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運用機能追加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運用移行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Go/No-Go判断基準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認識精度: 基準値以上    • 人手確認対象: 一定割合以下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精度基準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達成でGo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提案1: スコアシートDX化 - スケジュール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Xヶ月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精度検証、デモ構築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判断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-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Go/No-Go判断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本開発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Xヶ月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本番システム構築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ED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3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合意いただきたいこと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PoC実施の承認    • サンプルPDF提供    • 開始時期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提案2: データ基盤構築 - 概要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Excelデータを構造化データとして格納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検索・分析可能なデータ基盤を構築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システム構成イメージ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(Excel)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インポート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スクリプト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(構造化データ)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貴社既存のAWS + Snowflake環境を活用 → 新規契約不要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構築後は検索・分析・レポート作成が可能に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提案2: データ基盤構築 - 活用イメージ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データ検索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動物ID、期間で検索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過去データの参照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Excel出力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15544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登録件数の推移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ステータス別集計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傾向の可視化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レポート作成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554480"/>
            <a:ext cx="237744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定期レポート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分析資料の作成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データ出力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本日お聞きしたいこと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どのようなデータ活用をイメージされていますか？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現状、データを使って困っていることは？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「こんなことができたら」というご要望は？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次のステップ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今回のゴール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次のアクション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スコアシートDX化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PoC実施の合意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契約締結、サンプルPDF提供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データ基盤構築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方向性合意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情シス顔合わせ日程調整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今後の流れ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今回MTG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合意</a:t>
            </a:r>
            <a:endParaRPr lang="en-US" sz="1000" dirty="0"/>
          </a:p>
        </p:txBody>
      </p:sp>
      <p:sp>
        <p:nvSpPr>
          <p:cNvPr id="4" name="Text 6"/>
          <p:cNvSpPr/>
          <p:nvPr/>
        </p:nvSpPr>
        <p:spPr>
          <a:xfrm>
            <a:off x="228600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51760" y="324612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26517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提案1: 契約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5176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PoC開始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8056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46320" y="324612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84632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提案2: 情シス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顔合わせ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40880" y="324612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70408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次回MTG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進捗確認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422</Words>
  <Application>Microsoft Macintosh PowerPoint</Application>
  <PresentationFormat>画面に合わせる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Meiryo UI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共立製薬様 提案骨子</dc:title>
  <dc:subject>PptxGenJS Presentation</dc:subject>
  <dc:creator>NTT DXパートナー</dc:creator>
  <cp:lastModifiedBy>後藤田 達哉</cp:lastModifiedBy>
  <cp:revision>2</cp:revision>
  <dcterms:created xsi:type="dcterms:W3CDTF">2026-01-20T08:11:15Z</dcterms:created>
  <dcterms:modified xsi:type="dcterms:W3CDTF">2026-01-20T13:09:55Z</dcterms:modified>
</cp:coreProperties>
</file>